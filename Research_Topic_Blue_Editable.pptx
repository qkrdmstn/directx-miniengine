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4b4e421a9a4e34" /><Relationship Type="http://schemas.openxmlformats.org/officeDocument/2006/relationships/extended-properties" Target="/docProps/app.xml" Id="R88777f38c5954a5c" /><Relationship Type="http://schemas.openxmlformats.org/officeDocument/2006/relationships/officeDocument" Target="/ppt/presentation.xml" Id="R5fb5082ade8e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75d4bb4d514ce9"/>
  </p:sldMasterIdLst>
  <p:notesMasterIdLst>
    <p:notesMasterId xmlns:r="http://schemas.openxmlformats.org/officeDocument/2006/relationships" r:id="R92a2359c015046b8"/>
  </p:notesMasterIdLst>
  <p:sldIdLst>
    <p:sldId xmlns:r="http://schemas.openxmlformats.org/officeDocument/2006/relationships" id="256" r:id="Rc9408a71a13944f0"/>
    <p:sldId xmlns:r="http://schemas.openxmlformats.org/officeDocument/2006/relationships" id="257" r:id="R6586963c472442db"/>
    <p:sldId xmlns:r="http://schemas.openxmlformats.org/officeDocument/2006/relationships" id="258" r:id="R1c5a400f164e46d3"/>
    <p:sldId xmlns:r="http://schemas.openxmlformats.org/officeDocument/2006/relationships" id="259" r:id="Rfe9ff1a612b74828"/>
    <p:sldId xmlns:r="http://schemas.openxmlformats.org/officeDocument/2006/relationships" id="260" r:id="R96c87a31a1e54fa1"/>
    <p:sldId xmlns:r="http://schemas.openxmlformats.org/officeDocument/2006/relationships" id="261" r:id="R889c59062dac4b13"/>
    <p:sldId xmlns:r="http://schemas.openxmlformats.org/officeDocument/2006/relationships" id="262" r:id="R44846f82d0254459"/>
    <p:sldId xmlns:r="http://schemas.openxmlformats.org/officeDocument/2006/relationships" id="263" r:id="R477890ef52024ec6"/>
    <p:sldId xmlns:r="http://schemas.openxmlformats.org/officeDocument/2006/relationships" id="264" r:id="R688e75eff2f54ced"/>
    <p:sldId xmlns:r="http://schemas.openxmlformats.org/officeDocument/2006/relationships" id="265" r:id="R164ec23673934d6e"/>
    <p:sldId xmlns:r="http://schemas.openxmlformats.org/officeDocument/2006/relationships" id="266" r:id="R9e31c1576a894e7c"/>
    <p:sldId xmlns:r="http://schemas.openxmlformats.org/officeDocument/2006/relationships" id="267" r:id="R3439c532534d4f91"/>
    <p:sldId xmlns:r="http://schemas.openxmlformats.org/officeDocument/2006/relationships" id="268" r:id="R7632529b6e654f2c"/>
    <p:sldId xmlns:r="http://schemas.openxmlformats.org/officeDocument/2006/relationships" id="269" r:id="R43b791c0ecfb44ef"/>
    <p:sldId xmlns:r="http://schemas.openxmlformats.org/officeDocument/2006/relationships" id="270" r:id="R41048948fc8a46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ff388e496492d" /><Relationship Type="http://schemas.openxmlformats.org/officeDocument/2006/relationships/slideMaster" Target="/ppt/slideMasters/slideMaster1.xml" Id="R7475d4bb4d514ce9" /><Relationship Type="http://schemas.openxmlformats.org/officeDocument/2006/relationships/notesMaster" Target="/ppt/notesMasters/notesMaster1.xml" Id="R92a2359c015046b8" /><Relationship Type="http://schemas.openxmlformats.org/officeDocument/2006/relationships/presProps" Target="/ppt/presProps.xml" Id="Rdfb001ac7a6a4e03" /><Relationship Type="http://schemas.openxmlformats.org/officeDocument/2006/relationships/tableStyles" Target="/ppt/tableStyles.xml" Id="R89e02b82724444e6" /><Relationship Type="http://schemas.openxmlformats.org/officeDocument/2006/relationships/slide" Target="/ppt/slides/slide1.xml" Id="Rc9408a71a13944f0" /><Relationship Type="http://schemas.openxmlformats.org/officeDocument/2006/relationships/slide" Target="/ppt/slides/slide2.xml" Id="R6586963c472442db" /><Relationship Type="http://schemas.openxmlformats.org/officeDocument/2006/relationships/slide" Target="/ppt/slides/slide3.xml" Id="R1c5a400f164e46d3" /><Relationship Type="http://schemas.openxmlformats.org/officeDocument/2006/relationships/slide" Target="/ppt/slides/slide4.xml" Id="Rfe9ff1a612b74828" /><Relationship Type="http://schemas.openxmlformats.org/officeDocument/2006/relationships/slide" Target="/ppt/slides/slide5.xml" Id="R96c87a31a1e54fa1" /><Relationship Type="http://schemas.openxmlformats.org/officeDocument/2006/relationships/slide" Target="/ppt/slides/slide6.xml" Id="R889c59062dac4b13" /><Relationship Type="http://schemas.openxmlformats.org/officeDocument/2006/relationships/slide" Target="/ppt/slides/slide7.xml" Id="R44846f82d0254459" /><Relationship Type="http://schemas.openxmlformats.org/officeDocument/2006/relationships/slide" Target="/ppt/slides/slide8.xml" Id="R477890ef52024ec6" /><Relationship Type="http://schemas.openxmlformats.org/officeDocument/2006/relationships/slide" Target="/ppt/slides/slide9.xml" Id="R688e75eff2f54ced" /><Relationship Type="http://schemas.openxmlformats.org/officeDocument/2006/relationships/slide" Target="/ppt/slides/slide10.xml" Id="R164ec23673934d6e" /><Relationship Type="http://schemas.openxmlformats.org/officeDocument/2006/relationships/slide" Target="/ppt/slides/slide11.xml" Id="R9e31c1576a894e7c" /><Relationship Type="http://schemas.openxmlformats.org/officeDocument/2006/relationships/slide" Target="/ppt/slides/slide12.xml" Id="R3439c532534d4f91" /><Relationship Type="http://schemas.openxmlformats.org/officeDocument/2006/relationships/slide" Target="/ppt/slides/slide13.xml" Id="R7632529b6e654f2c" /><Relationship Type="http://schemas.openxmlformats.org/officeDocument/2006/relationships/slide" Target="/ppt/slides/slide14.xml" Id="R43b791c0ecfb44ef" /><Relationship Type="http://schemas.openxmlformats.org/officeDocument/2006/relationships/slide" Target="/ppt/slides/slide15.xml" Id="R41048948fc8a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cd498a8bb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5360049984dcb" /><Relationship Type="http://schemas.openxmlformats.org/officeDocument/2006/relationships/notesMaster" Target="/ppt/notesMasters/notesMaster1.xml" Id="Rf3f41025040841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c74a25626490b" /><Relationship Type="http://schemas.openxmlformats.org/officeDocument/2006/relationships/notesMaster" Target="/ppt/notesMasters/notesMaster1.xml" Id="R28b149587225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feb0d7da754831" /><Relationship Type="http://schemas.openxmlformats.org/officeDocument/2006/relationships/notesMaster" Target="/ppt/notesMasters/notesMaster1.xml" Id="Rbf21739f05054b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5c60b9e524d3b" /><Relationship Type="http://schemas.openxmlformats.org/officeDocument/2006/relationships/notesMaster" Target="/ppt/notesMasters/notesMaster1.xml" Id="Raaa9ecf23f3d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a88003fce0485d" /><Relationship Type="http://schemas.openxmlformats.org/officeDocument/2006/relationships/notesMaster" Target="/ppt/notesMasters/notesMaster1.xml" Id="Re424383a08c5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61056e13a24787" /><Relationship Type="http://schemas.openxmlformats.org/officeDocument/2006/relationships/notesMaster" Target="/ppt/notesMasters/notesMaster1.xml" Id="R5c97ed1294eb4d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a88b6c5bb436c" /><Relationship Type="http://schemas.openxmlformats.org/officeDocument/2006/relationships/notesMaster" Target="/ppt/notesMasters/notesMaster1.xml" Id="R84dc65d7105849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20cf0c30e2429d" /><Relationship Type="http://schemas.openxmlformats.org/officeDocument/2006/relationships/notesMaster" Target="/ppt/notesMasters/notesMaster1.xml" Id="R583964f14d9544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8e200d7c734b11" /><Relationship Type="http://schemas.openxmlformats.org/officeDocument/2006/relationships/notesMaster" Target="/ppt/notesMasters/notesMaster1.xml" Id="R3530ccc3459a44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e45902e5474f7d" /><Relationship Type="http://schemas.openxmlformats.org/officeDocument/2006/relationships/notesMaster" Target="/ppt/notesMasters/notesMaster1.xml" Id="R1ae8dae5f67b4f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c6c554d214aa6" /><Relationship Type="http://schemas.openxmlformats.org/officeDocument/2006/relationships/notesMaster" Target="/ppt/notesMasters/notesMaster1.xml" Id="R442af69ecd124d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e1621920ea422c" /><Relationship Type="http://schemas.openxmlformats.org/officeDocument/2006/relationships/notesMaster" Target="/ppt/notesMasters/notesMaster1.xml" Id="R2429305d9ff64a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c3fc5c7aa4427" /><Relationship Type="http://schemas.openxmlformats.org/officeDocument/2006/relationships/notesMaster" Target="/ppt/notesMasters/notesMaster1.xml" Id="Re3e5d24eacfa4a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26e55af3934916" /><Relationship Type="http://schemas.openxmlformats.org/officeDocument/2006/relationships/notesMaster" Target="/ppt/notesMasters/notesMaster1.xml" Id="R18514298483045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35656ea38e448c" /><Relationship Type="http://schemas.openxmlformats.org/officeDocument/2006/relationships/notesMaster" Target="/ppt/notesMasters/notesMaster1.xml" Id="Rc2718d20db72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ec090acf746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23328b91b44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8ce0d10c145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d5b2de2f645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d6b52c23442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11a59cfb74f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26CD9B-1606-4FF0-95AD-D1B69648A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C9A7F2-508B-4147-B636-B0386D10C9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738452-A6F9-4D03-8233-58F4E7030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703DC4-E4EC-4DE2-A829-6CC3E6CA7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D051B5-8AE1-42CB-A7C0-05DB9A360C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FD56D3-8EA8-4181-A5AC-C8F2675AA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80138C-2558-4851-A653-623BEF172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F5EC90-95D8-4316-A9CC-58A8BA8FA5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D07A4F-A0B0-4EC2-BD5D-273CC7901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F59AEA-40EA-44AA-933C-2CD0D4CF5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31e0b20b914409" /><Relationship Type="http://schemas.openxmlformats.org/officeDocument/2006/relationships/slideLayout" Target="/ppt/slideLayouts/slideLayout1.xml" Id="R05bd306727af4080" /><Relationship Type="http://schemas.openxmlformats.org/officeDocument/2006/relationships/slideLayout" Target="/ppt/slideLayouts/slideLayout2.xml" Id="R0b018f9884cd4ac7" /><Relationship Type="http://schemas.openxmlformats.org/officeDocument/2006/relationships/slideLayout" Target="/ppt/slideLayouts/slideLayout3.xml" Id="R74179776d2ff4583" /><Relationship Type="http://schemas.openxmlformats.org/officeDocument/2006/relationships/slideLayout" Target="/ppt/slideLayouts/slideLayout4.xml" Id="Re3bd08ac1c6246cd" /><Relationship Type="http://schemas.openxmlformats.org/officeDocument/2006/relationships/slideLayout" Target="/ppt/slideLayouts/slideLayout5.xml" Id="R024f6c4b722a48a1" /><Relationship Type="http://schemas.openxmlformats.org/officeDocument/2006/relationships/slideLayout" Target="/ppt/slideLayouts/slideLayout6.xml" Id="R4f98c7ab5a09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d306727af4080"/>
    <p:sldLayoutId xmlns:r="http://schemas.openxmlformats.org/officeDocument/2006/relationships" id="2147483650" r:id="R0b018f9884cd4ac7"/>
    <p:sldLayoutId xmlns:r="http://schemas.openxmlformats.org/officeDocument/2006/relationships" id="2147483651" r:id="R74179776d2ff4583"/>
    <p:sldLayoutId xmlns:r="http://schemas.openxmlformats.org/officeDocument/2006/relationships" id="2147483652" r:id="Re3bd08ac1c6246cd"/>
    <p:sldLayoutId xmlns:r="http://schemas.openxmlformats.org/officeDocument/2006/relationships" id="2147483653" r:id="R024f6c4b722a48a1"/>
    <p:sldLayoutId xmlns:r="http://schemas.openxmlformats.org/officeDocument/2006/relationships" id="2147483654" r:id="R4f98c7ab5a09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3a997d25d45c0" /><Relationship Type="http://schemas.openxmlformats.org/officeDocument/2006/relationships/notesSlide" Target="/ppt/notesSlides/notesSlide1.xml" Id="R9d515b722cff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1cff9f06e44f6" /><Relationship Type="http://schemas.openxmlformats.org/officeDocument/2006/relationships/notesSlide" Target="/ppt/notesSlides/notesSlide2.xml" Id="R106fba15b997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6a6dba1d34120" /><Relationship Type="http://schemas.openxmlformats.org/officeDocument/2006/relationships/notesSlide" Target="/ppt/notesSlides/notesSlide3.xml" Id="R5b13065e50e14b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b5b061ca045db" /><Relationship Type="http://schemas.openxmlformats.org/officeDocument/2006/relationships/notesSlide" Target="/ppt/notesSlides/notesSlide4.xml" Id="R34336305b8c3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0119581a547bb" /><Relationship Type="http://schemas.openxmlformats.org/officeDocument/2006/relationships/notesSlide" Target="/ppt/notesSlides/notesSlide5.xml" Id="R810a7f9a2b724c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7c4a7b3cf6431a" /><Relationship Type="http://schemas.openxmlformats.org/officeDocument/2006/relationships/notesSlide" Target="/ppt/notesSlides/notesSlide6.xml" Id="Rc4ec687647044a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12f0879df4a40" /><Relationship Type="http://schemas.openxmlformats.org/officeDocument/2006/relationships/notesSlide" Target="/ppt/notesSlides/notesSlide7.xml" Id="R4f7815f75b794e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1e3cbeb0d4ad7" /><Relationship Type="http://schemas.openxmlformats.org/officeDocument/2006/relationships/notesSlide" Target="/ppt/notesSlides/notesSlide8.xml" Id="R559f0fc2cb1947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f022000a84e8d" /><Relationship Type="http://schemas.openxmlformats.org/officeDocument/2006/relationships/notesSlide" Target="/ppt/notesSlides/notesSlide9.xml" Id="R3c6591fba50344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a6a8aa7f84081" /><Relationship Type="http://schemas.openxmlformats.org/officeDocument/2006/relationships/notesSlide" Target="/ppt/notesSlides/notesSlide10.xml" Id="R9631be84b97245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eec8c8f214de0" /><Relationship Type="http://schemas.openxmlformats.org/officeDocument/2006/relationships/notesSlide" Target="/ppt/notesSlides/notesSlide11.xml" Id="R0f12732348214a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bf9b6bece4642" /><Relationship Type="http://schemas.openxmlformats.org/officeDocument/2006/relationships/notesSlide" Target="/ppt/notesSlides/notesSlide12.xml" Id="Ra819df74e6ca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fd0cef65d45a7" /><Relationship Type="http://schemas.openxmlformats.org/officeDocument/2006/relationships/notesSlide" Target="/ppt/notesSlides/notesSlide13.xml" Id="R03ec7885886640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63e8cb8fe4c93" /><Relationship Type="http://schemas.openxmlformats.org/officeDocument/2006/relationships/notesSlide" Target="/ppt/notesSlides/notesSlide14.xml" Id="R0e2c3d10753d44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b98ba6315485e" /><Relationship Type="http://schemas.openxmlformats.org/officeDocument/2006/relationships/notesSlide" Target="/ppt/notesSlides/notesSlide15.xml" Id="R1bb5b562a7a9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2F1252C1-AC30-42D3-83EF-52CC83A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CBAF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9CBAF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CBAF0"/>
                </a:solidFill>
                <a:latin typeface="Malgun Gothic"/>
                <a:ea typeface="Malgun Gothic"/>
                <a:cs typeface="Malgun Gothic"/>
              </a:rPr>
              <a:t>RESEARCH PORTFOLIO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41928D8-DACC-4199-AAAA-08785DA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주제 선정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53DC3BD-DA0B-4CC3-9943-E2DF328A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A9C8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A9C8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A9C8FF"/>
                </a:solidFill>
                <a:latin typeface="Malgun Gothic"/>
                <a:ea typeface="Malgun Gothic"/>
                <a:cs typeface="Malgun Gothic"/>
              </a:rPr>
              <a:t>[연구 제목 입력]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65FE476-587F-42BD-AE5C-47998C3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rPr>
              <a:t>DirectX 12 MiniEngine 기반 GPU 자유곡선 메시 절단</a:t>
            </a:r>
          </a:p>
        </p:txBody>
      </p:sp>
      <p:sp>
        <p:nvSpPr>
          <p:cNvPr id="5" name="area-5">
            <a:extLst xmlns:a="http://schemas.openxmlformats.org/drawingml/2006/main">
              <a:ext uri="{FF2B5EF4-FFF2-40B4-BE49-F238E27FC236}">
                <a16:creationId xmlns:a16="http://schemas.microsoft.com/office/drawing/2014/main" id="{B4BD2345-888E-419B-886D-5C8319C0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29584F2-FE42-42E1-94B5-3637F59F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[이름 / 소속]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B4A2CBD-02C0-4986-BBB6-E45941E8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72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AC8DC"/>
                </a:solidFill>
                <a:latin typeface="Malgun Gothic"/>
                <a:ea typeface="Malgun Gothic"/>
                <a:cs typeface="Malgun Gothic"/>
              </a:rPr>
              <a:t>[발표일]</a:t>
            </a:r>
          </a:p>
        </p:txBody>
      </p:sp>
    </p:spTree>
    <p:extLst>
      <p:ext uri="{BB962C8B-B14F-4D97-AF65-F5344CB8AC3E}">
        <p14:creationId xmlns:p14="http://schemas.microsoft.com/office/powerpoint/2010/main" val="202077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8">
            <a:extLst xmlns:a="http://schemas.openxmlformats.org/drawingml/2006/main">
              <a:ext uri="{FF2B5EF4-FFF2-40B4-BE49-F238E27FC236}">
                <a16:creationId xmlns:a16="http://schemas.microsoft.com/office/drawing/2014/main" id="{9D170263-DB96-4FCA-B779-63E33FE1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16231292-18EA-47C4-95C0-920FC3F3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3" name="area-10">
            <a:extLst xmlns:a="http://schemas.openxmlformats.org/drawingml/2006/main">
              <a:ext uri="{FF2B5EF4-FFF2-40B4-BE49-F238E27FC236}">
                <a16:creationId xmlns:a16="http://schemas.microsoft.com/office/drawing/2014/main" id="{1F2B3329-EEF6-44B3-A478-ED82216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27DC68E2-1E9D-4D95-A8FD-BCCAD70D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4C21931A-9B47-4DE5-B1E9-937327C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area-13">
            <a:extLst xmlns:a="http://schemas.openxmlformats.org/drawingml/2006/main">
              <a:ext uri="{FF2B5EF4-FFF2-40B4-BE49-F238E27FC236}">
                <a16:creationId xmlns:a16="http://schemas.microsoft.com/office/drawing/2014/main" id="{5C797F56-B4A6-4CB1-ABFF-4A55AC26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16B2C257-51F7-48C2-B05A-7EA11FA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연구 주제</a:t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C626631F-C6C2-4D40-894E-D78A2AF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연구 주제</a:t>
            </a:r>
          </a:p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선정 이유 및 목표</a:t>
            </a:r>
          </a:p>
        </p:txBody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8AB82582-9BE2-4F96-B5C2-9E626580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03–04</a:t>
            </a:r>
          </a:p>
        </p:txBody>
      </p:sp>
      <p:sp>
        <p:nvSpPr>
          <p:cNvPr id="10" name="text-17">
            <a:extLst xmlns:a="http://schemas.openxmlformats.org/drawingml/2006/main">
              <a:ext uri="{FF2B5EF4-FFF2-40B4-BE49-F238E27FC236}">
                <a16:creationId xmlns:a16="http://schemas.microsoft.com/office/drawing/2014/main" id="{5DF7C1AD-206C-411C-8B05-27A0105C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area-18">
            <a:extLst xmlns:a="http://schemas.openxmlformats.org/drawingml/2006/main">
              <a:ext uri="{FF2B5EF4-FFF2-40B4-BE49-F238E27FC236}">
                <a16:creationId xmlns:a16="http://schemas.microsoft.com/office/drawing/2014/main" id="{91A0274F-9BA7-4228-92FA-B1CBA37B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048E0B30-2ACE-451B-A1EF-8AA8B52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051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연구 내용</a:t>
            </a:r>
          </a:p>
        </p:txBody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47531732-98BC-4549-B004-7E1A29BE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논문 정리와 비교</a:t>
            </a:r>
          </a:p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연구 방향과 주요 과제</a:t>
            </a:r>
          </a:p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확장성 및 검증 계획</a:t>
            </a:r>
          </a:p>
        </p:txBody>
      </p:sp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BD9846A9-95ED-4047-8784-433F455C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29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05–12</a:t>
            </a:r>
          </a:p>
        </p:txBody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73D7CF8E-852A-48A6-9D9A-109493D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area-23">
            <a:extLst xmlns:a="http://schemas.openxmlformats.org/drawingml/2006/main">
              <a:ext uri="{FF2B5EF4-FFF2-40B4-BE49-F238E27FC236}">
                <a16:creationId xmlns:a16="http://schemas.microsoft.com/office/drawing/2014/main" id="{6062618F-5991-4FA0-93A7-2642B68A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3FE03F70-6ECE-4E7D-AE1B-98384336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051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기타</a:t>
            </a:r>
          </a:p>
        </p:txBody>
      </p:sp>
      <p:sp>
        <p:nvSpPr>
          <p:cNvPr id="18" name="text-25">
            <a:extLst xmlns:a="http://schemas.openxmlformats.org/drawingml/2006/main">
              <a:ext uri="{FF2B5EF4-FFF2-40B4-BE49-F238E27FC236}">
                <a16:creationId xmlns:a16="http://schemas.microsoft.com/office/drawing/2014/main" id="{03025B5E-A642-4C09-8DCC-2C151C8A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8주 계획</a:t>
            </a:r>
          </a:p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AI 사용 범위</a:t>
            </a:r>
          </a:p>
          <a:p xmlns:a="http://schemas.openxmlformats.org/drawingml/2006/main">
            <a:pPr algn="l">
              <a:def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참고문헌</a:t>
            </a:r>
          </a:p>
        </p:txBody>
      </p:sp>
      <p:sp>
        <p:nvSpPr>
          <p:cNvPr id="19" name="text-26">
            <a:extLst xmlns:a="http://schemas.openxmlformats.org/drawingml/2006/main">
              <a:ext uri="{FF2B5EF4-FFF2-40B4-BE49-F238E27FC236}">
                <a16:creationId xmlns:a16="http://schemas.microsoft.com/office/drawing/2014/main" id="{CF64C26E-8160-41BC-9FC5-00540E4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29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13–15</a:t>
            </a:r>
          </a:p>
        </p:txBody>
      </p:sp>
    </p:spTree>
    <p:extLst>
      <p:ext uri="{BB962C8B-B14F-4D97-AF65-F5344CB8AC3E}">
        <p14:creationId xmlns:p14="http://schemas.microsoft.com/office/powerpoint/2010/main" val="1741158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7">
            <a:extLst xmlns:a="http://schemas.openxmlformats.org/drawingml/2006/main">
              <a:ext uri="{FF2B5EF4-FFF2-40B4-BE49-F238E27FC236}">
                <a16:creationId xmlns:a16="http://schemas.microsoft.com/office/drawing/2014/main" id="{F883150E-C296-4AC7-A1FB-9275DDF0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01  연구 주제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69A7E8AB-68E2-4743-AA61-E3841F8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연구 주제</a:t>
            </a:r>
          </a:p>
        </p:txBody>
      </p:sp>
      <p:sp>
        <p:nvSpPr>
          <p:cNvPr id="3" name="area-29">
            <a:extLst xmlns:a="http://schemas.openxmlformats.org/drawingml/2006/main">
              <a:ext uri="{FF2B5EF4-FFF2-40B4-BE49-F238E27FC236}">
                <a16:creationId xmlns:a16="http://schemas.microsoft.com/office/drawing/2014/main" id="{6DEDC83D-E3C1-45D1-9677-1CE8BA0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7990B163-21E2-405B-9540-EC56944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8506805E-6371-4DE0-8378-9DB4CB2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연구 제목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CF926C44-4484-4104-86F9-4CC0C38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438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[제목 입력]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FE0CFB97-1407-4E40-BD8F-5D9803A6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핵심 연구 질문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7C8B48F6-1D3D-4B4F-9C06-0A079B6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[해결하려는 질문 입력]</a:t>
            </a:r>
          </a:p>
        </p:txBody>
      </p:sp>
      <p:sp>
        <p:nvSpPr>
          <p:cNvPr id="9" name="area-35">
            <a:extLst xmlns:a="http://schemas.openxmlformats.org/drawingml/2006/main">
              <a:ext uri="{FF2B5EF4-FFF2-40B4-BE49-F238E27FC236}">
                <a16:creationId xmlns:a16="http://schemas.microsoft.com/office/drawing/2014/main" id="{99F9AED5-D403-40FB-A49C-AE461DA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57400"/>
            <a:ext cx="60388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dash"/>
          </a:ln>
        </p:spPr>
      </p:sp>
      <p:sp>
        <p:nvSpPr>
          <p:cNvPr id="10" name="text-36">
            <a:extLst xmlns:a="http://schemas.openxmlformats.org/drawingml/2006/main">
              <a:ext uri="{FF2B5EF4-FFF2-40B4-BE49-F238E27FC236}">
                <a16:creationId xmlns:a16="http://schemas.microsoft.com/office/drawing/2014/main" id="{F967CE97-9CE8-4820-B1B4-45A81ABC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43300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개념도 / 대상 메시 이미지</a:t>
            </a:r>
          </a:p>
        </p:txBody>
      </p:sp>
      <p:sp>
        <p:nvSpPr>
          <p:cNvPr id="11" name="text-37">
            <a:extLst xmlns:a="http://schemas.openxmlformats.org/drawingml/2006/main">
              <a:ext uri="{FF2B5EF4-FFF2-40B4-BE49-F238E27FC236}">
                <a16:creationId xmlns:a16="http://schemas.microsoft.com/office/drawing/2014/main" id="{309B2CCF-A316-4827-8465-3B2614A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0225"/>
            <a:ext cx="603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[입력 메시, 절단 곡선, 출력 형태 등 설명]</a:t>
            </a:r>
          </a:p>
        </p:txBody>
      </p:sp>
    </p:spTree>
    <p:extLst>
      <p:ext uri="{BB962C8B-B14F-4D97-AF65-F5344CB8AC3E}">
        <p14:creationId xmlns:p14="http://schemas.microsoft.com/office/powerpoint/2010/main" val="144323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8">
            <a:extLst xmlns:a="http://schemas.openxmlformats.org/drawingml/2006/main">
              <a:ext uri="{FF2B5EF4-FFF2-40B4-BE49-F238E27FC236}">
                <a16:creationId xmlns:a16="http://schemas.microsoft.com/office/drawing/2014/main" id="{EEB08D50-B8A6-4F89-86C0-5CC2F6F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01  연구 주제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AAF46834-9E2E-4370-A374-53F44F6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선정 이유 및 목표</a:t>
            </a:r>
          </a:p>
        </p:txBody>
      </p:sp>
      <p:sp>
        <p:nvSpPr>
          <p:cNvPr id="3" name="area-40">
            <a:extLst xmlns:a="http://schemas.openxmlformats.org/drawingml/2006/main">
              <a:ext uri="{FF2B5EF4-FFF2-40B4-BE49-F238E27FC236}">
                <a16:creationId xmlns:a16="http://schemas.microsoft.com/office/drawing/2014/main" id="{96A6BBC9-62C0-4D3F-B431-46E4702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A594EAA4-797E-4F3E-98A6-654EB66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4C19787-5B20-453C-B769-83DE2D7A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선정 이유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81235ED0-56DA-469A-83FE-ABCE69D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[문제 상황 및 필요성 입력]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3B14DADE-13D4-4191-978B-A27F3DA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기존 접근의 한계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195A52DA-5D78-44A6-B5F1-7E48FD5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[검토한 한계 입력]</a:t>
            </a:r>
          </a:p>
        </p:txBody>
      </p:sp>
      <p:sp>
        <p:nvSpPr>
          <p:cNvPr id="9" name="area-46">
            <a:extLst xmlns:a="http://schemas.openxmlformats.org/drawingml/2006/main">
              <a:ext uri="{FF2B5EF4-FFF2-40B4-BE49-F238E27FC236}">
                <a16:creationId xmlns:a16="http://schemas.microsoft.com/office/drawing/2014/main" id="{08E13ECD-41F3-4E16-A68B-3B3367A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584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3A9528DB-E07D-4248-A074-06C78D5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연구 목표</a:t>
            </a:r>
          </a:p>
        </p:txBody>
      </p:sp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A04A97B6-8114-44C1-92F5-F2FCE57C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[달성할 목표 입력]</a:t>
            </a:r>
          </a:p>
        </p:txBody>
      </p:sp>
      <p:sp>
        <p:nvSpPr>
          <p:cNvPr id="12" name="text-49">
            <a:extLst xmlns:a="http://schemas.openxmlformats.org/drawingml/2006/main">
              <a:ext uri="{FF2B5EF4-FFF2-40B4-BE49-F238E27FC236}">
                <a16:creationId xmlns:a16="http://schemas.microsoft.com/office/drawing/2014/main" id="{96B7F557-8DD5-4948-9120-2A82631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성공 기준</a:t>
            </a:r>
          </a:p>
        </p:txBody>
      </p:sp>
      <p:sp>
        <p:nvSpPr>
          <p:cNvPr id="13" name="text-50">
            <a:extLst xmlns:a="http://schemas.openxmlformats.org/drawingml/2006/main">
              <a:ext uri="{FF2B5EF4-FFF2-40B4-BE49-F238E27FC236}">
                <a16:creationId xmlns:a16="http://schemas.microsoft.com/office/drawing/2014/main" id="{64C7C601-C98F-4D21-A521-81151C30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81550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[검증 가능한 기준 입력]</a:t>
            </a:r>
          </a:p>
        </p:txBody>
      </p:sp>
    </p:spTree>
    <p:extLst>
      <p:ext uri="{BB962C8B-B14F-4D97-AF65-F5344CB8AC3E}">
        <p14:creationId xmlns:p14="http://schemas.microsoft.com/office/powerpoint/2010/main" val="1382020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51">
            <a:extLst xmlns:a="http://schemas.openxmlformats.org/drawingml/2006/main">
              <a:ext uri="{FF2B5EF4-FFF2-40B4-BE49-F238E27FC236}">
                <a16:creationId xmlns:a16="http://schemas.microsoft.com/office/drawing/2014/main" id="{B64AA655-7A79-421A-AE0C-5B7663C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2E8B96CB-8204-478D-8B89-16D2ACC2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논문 정리</a:t>
            </a:r>
          </a:p>
        </p:txBody>
      </p:sp>
      <p:sp>
        <p:nvSpPr>
          <p:cNvPr id="3" name="area-53">
            <a:extLst xmlns:a="http://schemas.openxmlformats.org/drawingml/2006/main">
              <a:ext uri="{FF2B5EF4-FFF2-40B4-BE49-F238E27FC236}">
                <a16:creationId xmlns:a16="http://schemas.microsoft.com/office/drawing/2014/main" id="{C039B266-603B-4272-9D2C-82BD5E4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8A54257A-B7FB-4343-AA07-10E1AE8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C21F943B-B19D-4A5E-8DAB-8AAB618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[논문 제목]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5BD85B4A-9E68-4F06-982B-B94B449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[저자 / 학회·저널 / 연도 / DOI]</a:t>
            </a:r>
          </a:p>
        </p:txBody>
      </p:sp>
      <p:sp>
        <p:nvSpPr>
          <p:cNvPr id="7" name="area-57">
            <a:extLst xmlns:a="http://schemas.openxmlformats.org/drawingml/2006/main">
              <a:ext uri="{FF2B5EF4-FFF2-40B4-BE49-F238E27FC236}">
                <a16:creationId xmlns:a16="http://schemas.microsoft.com/office/drawing/2014/main" id="{B19CFFDB-40B9-4492-81E0-B3298D5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10540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dash"/>
          </a:ln>
        </p:spPr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388CBB8E-C782-4643-AAFA-658528C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8163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논문 그림 / 알고리즘 도식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91619FD0-E72E-4E7B-A8BD-A2CC6DB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핵심 방법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7205C410-4A9F-4506-A530-5643614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35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[내용 입력]</a:t>
            </a:r>
          </a:p>
        </p:txBody>
      </p: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C35159B2-E58C-4FE4-A6B2-94107462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38675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연구와의 연결점</a:t>
            </a:r>
          </a:p>
        </p:txBody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A8694DA5-D349-4485-9DF9-DB004C33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95875"/>
            <a:ext cx="5353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[내용 입력]</a:t>
            </a:r>
          </a:p>
        </p:txBody>
      </p:sp>
    </p:spTree>
    <p:extLst>
      <p:ext uri="{BB962C8B-B14F-4D97-AF65-F5344CB8AC3E}">
        <p14:creationId xmlns:p14="http://schemas.microsoft.com/office/powerpoint/2010/main" val="287933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CD82C9B1-00D8-4465-A5C6-FD03672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1C9B718-E144-4B2D-A0ED-4B8691D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논문 비교</a:t>
            </a:r>
          </a:p>
        </p:txBody>
      </p:sp>
      <p:sp>
        <p:nvSpPr>
          <p:cNvPr id="3" name="area-65">
            <a:extLst xmlns:a="http://schemas.openxmlformats.org/drawingml/2006/main">
              <a:ext uri="{FF2B5EF4-FFF2-40B4-BE49-F238E27FC236}">
                <a16:creationId xmlns:a16="http://schemas.microsoft.com/office/drawing/2014/main" id="{FA9F440B-62DF-448E-A1FE-9648522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009CCD02-2EAD-4E78-9BF3-4C87B7D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8B0C-96BF-404E-AEC7-246D2883F51A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048000"/>
                <a:gridCol w="2209800"/>
                <a:gridCol w="3810000"/>
              </a:tblGrid>
              <a:tr h="809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논문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절단 표현 / 방법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GPU 처리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 및 한계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[논문 1]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[논문 2]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[논문 3]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E9B63181-972C-421D-A084-871DDC59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본 연구에 반영할 점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DD5059B2-2EA7-4693-B059-178CFD5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483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[비교를 통해 도출한 연구 방향 입력]</a:t>
            </a:r>
          </a:p>
        </p:txBody>
      </p:sp>
    </p:spTree>
    <p:extLst>
      <p:ext uri="{BB962C8B-B14F-4D97-AF65-F5344CB8AC3E}">
        <p14:creationId xmlns:p14="http://schemas.microsoft.com/office/powerpoint/2010/main" val="1895866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D2545-971B-4713-9041-D2F5F64BCF6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96200" y="3162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64DF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C3DCC-2585-44D2-982D-5C17458E07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3162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64DF"/>
            </a:solidFill>
            <a:tailEnd type="triangle" w="sm" len="sm"/>
          </a:ln>
        </p:spPr>
      </p:cxnSp>
      <p:sp>
        <p:nvSpPr>
          <p:cNvPr id="18" name="text-69">
            <a:extLst xmlns:a="http://schemas.openxmlformats.org/drawingml/2006/main">
              <a:ext uri="{FF2B5EF4-FFF2-40B4-BE49-F238E27FC236}">
                <a16:creationId xmlns:a16="http://schemas.microsoft.com/office/drawing/2014/main" id="{98F74F29-AB72-4A66-911E-A9F08B4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AF85D3F2-80BD-4B0C-B3D3-9F06789F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연구 방향</a:t>
            </a:r>
          </a:p>
        </p:txBody>
      </p:sp>
      <p:sp>
        <p:nvSpPr>
          <p:cNvPr id="3" name="area-71">
            <a:extLst xmlns:a="http://schemas.openxmlformats.org/drawingml/2006/main">
              <a:ext uri="{FF2B5EF4-FFF2-40B4-BE49-F238E27FC236}">
                <a16:creationId xmlns:a16="http://schemas.microsoft.com/office/drawing/2014/main" id="{4E2E295C-3C7A-4232-A89C-229F945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8E661C88-BF9A-4C0B-AB49-6E6420F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area-73">
            <a:extLst xmlns:a="http://schemas.openxmlformats.org/drawingml/2006/main">
              <a:ext uri="{FF2B5EF4-FFF2-40B4-BE49-F238E27FC236}">
                <a16:creationId xmlns:a16="http://schemas.microsoft.com/office/drawing/2014/main" id="{839879E5-3F26-43E6-8F08-09E0EDA7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00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solid"/>
          </a:ln>
        </p:spPr>
      </p:sp>
      <p:sp>
        <p:nvSpPr>
          <p:cNvPr id="6" name="text-74">
            <a:extLst xmlns:a="http://schemas.openxmlformats.org/drawingml/2006/main">
              <a:ext uri="{FF2B5EF4-FFF2-40B4-BE49-F238E27FC236}">
                <a16:creationId xmlns:a16="http://schemas.microsoft.com/office/drawing/2014/main" id="{50274C64-24C1-4200-BC4D-917DABC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7" name="text-75">
            <a:extLst xmlns:a="http://schemas.openxmlformats.org/drawingml/2006/main">
              <a:ext uri="{FF2B5EF4-FFF2-40B4-BE49-F238E27FC236}">
                <a16:creationId xmlns:a16="http://schemas.microsoft.com/office/drawing/2014/main" id="{94C7E511-587D-48C8-AB2D-B2470127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[메시 / 자유곡선 정의]</a:t>
            </a:r>
          </a:p>
        </p:txBody>
      </p:sp>
      <p:sp>
        <p:nvSpPr>
          <p:cNvPr id="8" name="area-76">
            <a:extLst xmlns:a="http://schemas.openxmlformats.org/drawingml/2006/main">
              <a:ext uri="{FF2B5EF4-FFF2-40B4-BE49-F238E27FC236}">
                <a16:creationId xmlns:a16="http://schemas.microsoft.com/office/drawing/2014/main" id="{E79231B9-F951-4CEF-AA2A-CAB60D96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200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solid"/>
          </a:ln>
        </p:spPr>
      </p:sp>
      <p:sp>
        <p:nvSpPr>
          <p:cNvPr id="9" name="text-77">
            <a:extLst xmlns:a="http://schemas.openxmlformats.org/drawingml/2006/main">
              <a:ext uri="{FF2B5EF4-FFF2-40B4-BE49-F238E27FC236}">
                <a16:creationId xmlns:a16="http://schemas.microsoft.com/office/drawing/2014/main" id="{6B0BFAB4-33F7-4170-9E4A-CBF39675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622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GPU 처리</a:t>
            </a:r>
          </a:p>
        </p:txBody>
      </p:sp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43C0C90C-B843-4373-BDD7-535DAF8D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040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[절단 및 메시 갱신 단계]</a:t>
            </a:r>
          </a:p>
        </p:txBody>
      </p:sp>
      <p:sp>
        <p:nvSpPr>
          <p:cNvPr id="11" name="area-79">
            <a:extLst xmlns:a="http://schemas.openxmlformats.org/drawingml/2006/main">
              <a:ext uri="{FF2B5EF4-FFF2-40B4-BE49-F238E27FC236}">
                <a16:creationId xmlns:a16="http://schemas.microsoft.com/office/drawing/2014/main" id="{0CC41930-345A-4CBD-9A38-EED5337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200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solid"/>
          </a:ln>
        </p:spPr>
      </p:sp>
      <p:sp>
        <p:nvSpPr>
          <p:cNvPr id="12" name="text-80">
            <a:extLst xmlns:a="http://schemas.openxmlformats.org/drawingml/2006/main">
              <a:ext uri="{FF2B5EF4-FFF2-40B4-BE49-F238E27FC236}">
                <a16:creationId xmlns:a16="http://schemas.microsoft.com/office/drawing/2014/main" id="{27C6F491-ED47-494C-BB5E-7F1BDFC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출력 및 검증</a:t>
            </a:r>
          </a:p>
        </p:txBody>
      </p:sp>
      <p:sp>
        <p:nvSpPr>
          <p:cNvPr id="13" name="text-81">
            <a:extLst xmlns:a="http://schemas.openxmlformats.org/drawingml/2006/main">
              <a:ext uri="{FF2B5EF4-FFF2-40B4-BE49-F238E27FC236}">
                <a16:creationId xmlns:a16="http://schemas.microsoft.com/office/drawing/2014/main" id="{7A233CB2-F802-41FB-A0D5-EA76DE5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[결과 및 평가 항목]</a:t>
            </a:r>
          </a:p>
        </p:txBody>
      </p:sp>
      <p:sp>
        <p:nvSpPr>
          <p:cNvPr id="16" name="text-82">
            <a:extLst xmlns:a="http://schemas.openxmlformats.org/drawingml/2006/main">
              <a:ext uri="{FF2B5EF4-FFF2-40B4-BE49-F238E27FC236}">
                <a16:creationId xmlns:a16="http://schemas.microsoft.com/office/drawing/2014/main" id="{B1E5052A-0106-44FC-ADA4-6B7990B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MiniEngine 연동 지점</a:t>
            </a:r>
          </a:p>
        </p:txBody>
      </p:sp>
      <p:sp>
        <p:nvSpPr>
          <p:cNvPr id="17" name="text-83">
            <a:extLst xmlns:a="http://schemas.openxmlformats.org/drawingml/2006/main">
              <a:ext uri="{FF2B5EF4-FFF2-40B4-BE49-F238E27FC236}">
                <a16:creationId xmlns:a16="http://schemas.microsoft.com/office/drawing/2014/main" id="{4FC33F2B-83BF-4F75-B291-13CAAC55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[리소스 / 실행 단계 / 렌더링 연동 내용 입력]</a:t>
            </a:r>
          </a:p>
        </p:txBody>
      </p:sp>
    </p:spTree>
    <p:extLst>
      <p:ext uri="{BB962C8B-B14F-4D97-AF65-F5344CB8AC3E}">
        <p14:creationId xmlns:p14="http://schemas.microsoft.com/office/powerpoint/2010/main" val="572819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4">
            <a:extLst xmlns:a="http://schemas.openxmlformats.org/drawingml/2006/main">
              <a:ext uri="{FF2B5EF4-FFF2-40B4-BE49-F238E27FC236}">
                <a16:creationId xmlns:a16="http://schemas.microsoft.com/office/drawing/2014/main" id="{EE3BABFD-4CBF-405A-9345-5DD647A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AB86CCC1-83DE-458B-910B-85D6856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주요 과제</a:t>
            </a:r>
          </a:p>
        </p:txBody>
      </p:sp>
      <p:sp>
        <p:nvSpPr>
          <p:cNvPr id="3" name="area-86">
            <a:extLst xmlns:a="http://schemas.openxmlformats.org/drawingml/2006/main">
              <a:ext uri="{FF2B5EF4-FFF2-40B4-BE49-F238E27FC236}">
                <a16:creationId xmlns:a16="http://schemas.microsoft.com/office/drawing/2014/main" id="{5656AF0A-146E-45C1-A283-045BBAE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87">
            <a:extLst xmlns:a="http://schemas.openxmlformats.org/drawingml/2006/main">
              <a:ext uri="{FF2B5EF4-FFF2-40B4-BE49-F238E27FC236}">
                <a16:creationId xmlns:a16="http://schemas.microsoft.com/office/drawing/2014/main" id="{09044366-F424-47C6-AB61-6E34110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15FC-4AE5-42CE-98E6-E62AC9389239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범위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방법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[과제 1]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[과제 2]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[과제 3]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81E0ED88-A0F1-4DAE-930F-85C4D75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[우선순위 또는 선행 조건 입력]</a:t>
            </a:r>
          </a:p>
        </p:txBody>
      </p:sp>
    </p:spTree>
    <p:extLst>
      <p:ext uri="{BB962C8B-B14F-4D97-AF65-F5344CB8AC3E}">
        <p14:creationId xmlns:p14="http://schemas.microsoft.com/office/powerpoint/2010/main" val="18534314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9">
            <a:extLst xmlns:a="http://schemas.openxmlformats.org/drawingml/2006/main">
              <a:ext uri="{FF2B5EF4-FFF2-40B4-BE49-F238E27FC236}">
                <a16:creationId xmlns:a16="http://schemas.microsoft.com/office/drawing/2014/main" id="{AAF6EB98-FE02-43A9-A809-FF13389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352C07DA-7E4D-4C56-866D-64D403C8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확장성</a:t>
            </a:r>
          </a:p>
        </p:txBody>
      </p:sp>
      <p:sp>
        <p:nvSpPr>
          <p:cNvPr id="3" name="area-91">
            <a:extLst xmlns:a="http://schemas.openxmlformats.org/drawingml/2006/main">
              <a:ext uri="{FF2B5EF4-FFF2-40B4-BE49-F238E27FC236}">
                <a16:creationId xmlns:a16="http://schemas.microsoft.com/office/drawing/2014/main" id="{D10E20C8-7B84-4A5F-A7DA-A2F490B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2">
            <a:extLst xmlns:a="http://schemas.openxmlformats.org/drawingml/2006/main">
              <a:ext uri="{FF2B5EF4-FFF2-40B4-BE49-F238E27FC236}">
                <a16:creationId xmlns:a16="http://schemas.microsoft.com/office/drawing/2014/main" id="{20D2C0D6-3246-486A-9533-2BF7DE4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A25AA057-828E-409C-B960-1708BD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현재 연구 범위</a:t>
            </a:r>
          </a:p>
        </p:txBody>
      </p:sp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8AC06AFC-990A-43E5-A80B-05104335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[이번 연구에서 다룰 범위]</a:t>
            </a:r>
          </a:p>
        </p:txBody>
      </p:sp>
      <p:sp>
        <p:nvSpPr>
          <p:cNvPr id="7" name="area-95">
            <a:extLst xmlns:a="http://schemas.openxmlformats.org/drawingml/2006/main">
              <a:ext uri="{FF2B5EF4-FFF2-40B4-BE49-F238E27FC236}">
                <a16:creationId xmlns:a16="http://schemas.microsoft.com/office/drawing/2014/main" id="{1FED59AD-7B87-40B5-8450-8CF4054A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605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E0EEEE37-6553-477D-95E6-3535F115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71725"/>
            <a:ext cx="566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확장 가능한 방향</a:t>
            </a:r>
          </a:p>
        </p:txBody>
      </p:sp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1D3A8DA3-DA99-44AA-872F-18F9BC7B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5667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[입력 / 알고리즘 / 활용 분야 등]</a:t>
            </a:r>
          </a:p>
        </p:txBody>
      </p:sp>
      <p:sp>
        <p:nvSpPr>
          <p:cNvPr id="10" name="text-98">
            <a:extLst xmlns:a="http://schemas.openxmlformats.org/drawingml/2006/main">
              <a:ext uri="{FF2B5EF4-FFF2-40B4-BE49-F238E27FC236}">
                <a16:creationId xmlns:a16="http://schemas.microsoft.com/office/drawing/2014/main" id="{22913E8F-DC34-4B7E-BA88-7C00E31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566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추가 조건 및 자원</a:t>
            </a:r>
          </a:p>
        </p:txBody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1B9D30FE-6711-4083-A6EA-070E79E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0600"/>
            <a:ext cx="5667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[확장 시 필요한 조건 입력]</a:t>
            </a:r>
          </a:p>
        </p:txBody>
      </p:sp>
    </p:spTree>
    <p:extLst>
      <p:ext uri="{BB962C8B-B14F-4D97-AF65-F5344CB8AC3E}">
        <p14:creationId xmlns:p14="http://schemas.microsoft.com/office/powerpoint/2010/main" val="227650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00">
            <a:extLst xmlns:a="http://schemas.openxmlformats.org/drawingml/2006/main">
              <a:ext uri="{FF2B5EF4-FFF2-40B4-BE49-F238E27FC236}">
                <a16:creationId xmlns:a16="http://schemas.microsoft.com/office/drawing/2014/main" id="{DE101F79-0C7A-48A0-BBBD-E6E2A17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101">
            <a:extLst xmlns:a="http://schemas.openxmlformats.org/drawingml/2006/main">
              <a:ext uri="{FF2B5EF4-FFF2-40B4-BE49-F238E27FC236}">
                <a16:creationId xmlns:a16="http://schemas.microsoft.com/office/drawing/2014/main" id="{336E5501-D690-452A-8189-A46C9CC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예상 결과</a:t>
            </a:r>
          </a:p>
        </p:txBody>
      </p:sp>
      <p:sp>
        <p:nvSpPr>
          <p:cNvPr id="3" name="area-102">
            <a:extLst xmlns:a="http://schemas.openxmlformats.org/drawingml/2006/main">
              <a:ext uri="{FF2B5EF4-FFF2-40B4-BE49-F238E27FC236}">
                <a16:creationId xmlns:a16="http://schemas.microsoft.com/office/drawing/2014/main" id="{7926D474-1FAD-46C0-8A59-250B7CE7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3">
            <a:extLst xmlns:a="http://schemas.openxmlformats.org/drawingml/2006/main">
              <a:ext uri="{FF2B5EF4-FFF2-40B4-BE49-F238E27FC236}">
                <a16:creationId xmlns:a16="http://schemas.microsoft.com/office/drawing/2014/main" id="{4A80217A-5137-49B1-B53E-6116A7E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area-104">
            <a:extLst xmlns:a="http://schemas.openxmlformats.org/drawingml/2006/main">
              <a:ext uri="{FF2B5EF4-FFF2-40B4-BE49-F238E27FC236}">
                <a16:creationId xmlns:a16="http://schemas.microsoft.com/office/drawing/2014/main" id="{A7E914B4-6C9E-4F3D-BE01-E609B776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768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dash"/>
          </a:ln>
        </p:spPr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3EF9471D-718B-4C3E-823E-76787AD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481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절단 전 이미지</a:t>
            </a:r>
          </a:p>
        </p:txBody>
      </p:sp>
      <p:sp>
        <p:nvSpPr>
          <p:cNvPr id="7" name="area-106">
            <a:extLst xmlns:a="http://schemas.openxmlformats.org/drawingml/2006/main">
              <a:ext uri="{FF2B5EF4-FFF2-40B4-BE49-F238E27FC236}">
                <a16:creationId xmlns:a16="http://schemas.microsoft.com/office/drawing/2014/main" id="{83A7845E-1EBF-4697-8D53-785D0E7E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52768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dash"/>
          </a:ln>
        </p:spPr>
      </p: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52C479A9-E8D7-4BAA-8341-120BF132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48025"/>
            <a:ext cx="481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절단 후 예상 이미지</a:t>
            </a:r>
          </a:p>
        </p:txBody>
      </p:sp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A621A6B2-4221-460C-BA5F-7B3AC51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예상 산출물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2333F161-878A-43F7-8F3D-BCE23A2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527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[내용 입력]</a:t>
            </a:r>
          </a:p>
        </p:txBody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23A5C927-5C1B-4348-B174-F53C94D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720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기대 효과 / 검증할 가설</a:t>
            </a:r>
          </a:p>
        </p:txBody>
      </p:sp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CCA4FF8A-1BC3-48C0-AE70-383913A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29275"/>
            <a:ext cx="527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[내용 입력]</a:t>
            </a:r>
          </a:p>
        </p:txBody>
      </p:sp>
    </p:spTree>
    <p:extLst>
      <p:ext uri="{BB962C8B-B14F-4D97-AF65-F5344CB8AC3E}">
        <p14:creationId xmlns:p14="http://schemas.microsoft.com/office/powerpoint/2010/main" val="1215465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96A89924-5676-4116-BB02-03CDF2D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2DD3B1EF-783B-4E53-8A80-34903B9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프로파일링 기준</a:t>
            </a:r>
          </a:p>
        </p:txBody>
      </p:sp>
      <p:sp>
        <p:nvSpPr>
          <p:cNvPr id="3" name="area-114">
            <a:extLst xmlns:a="http://schemas.openxmlformats.org/drawingml/2006/main">
              <a:ext uri="{FF2B5EF4-FFF2-40B4-BE49-F238E27FC236}">
                <a16:creationId xmlns:a16="http://schemas.microsoft.com/office/drawing/2014/main" id="{9BF8BAFE-2F3B-49A2-8185-E82E75E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EB28AEA4-32A9-4A93-9F92-15BFAF3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047B1-7AE9-492F-88B6-BD2A738C0B93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6286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190625"/>
                <a:gridCol w="2476500"/>
              </a:tblGrid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항목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조건 / 도구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[GPU 처리 시간 등]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[단위]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[메시 복잡도 등]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[단위]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[메모리 사용량 등]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[단위]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area-116">
            <a:extLst xmlns:a="http://schemas.openxmlformats.org/drawingml/2006/main">
              <a:ext uri="{FF2B5EF4-FFF2-40B4-BE49-F238E27FC236}">
                <a16:creationId xmlns:a16="http://schemas.microsoft.com/office/drawing/2014/main" id="{C71F1B9B-20A5-42AE-A130-8A82C1F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4267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11430">
            <a:solidFill>
              <a:srgbClr val="CBD7E8"/>
            </a:solidFill>
            <a:prstDash val="dash"/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CEF802AE-6A7B-415A-9519-76D3D1A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성능 그래프 영역</a:t>
            </a:r>
          </a:p>
          <a:p xmlns:a="http://schemas.openxmlformats.org/drawingml/2006/main">
            <a:pPr algn="ctr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[측정 데이터 입력 후 구성]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903CD7FF-9498-4AC9-8FEE-6E8F7A8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실험 환경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99E26759-764B-44C7-BF01-5F34C85C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24525"/>
            <a:ext cx="919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[GPU / 드라이버 / 빌드 설정 / 반복 횟수]</a:t>
            </a:r>
          </a:p>
        </p:txBody>
      </p:sp>
    </p:spTree>
    <p:extLst>
      <p:ext uri="{BB962C8B-B14F-4D97-AF65-F5344CB8AC3E}">
        <p14:creationId xmlns:p14="http://schemas.microsoft.com/office/powerpoint/2010/main" val="634201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FC6B926D-24BF-4CA6-9D05-AADC164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02  연구 내용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6BDAFDA0-8609-47D4-AA68-8BA10891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예상 한계점</a:t>
            </a:r>
          </a:p>
        </p:txBody>
      </p:sp>
      <p:sp>
        <p:nvSpPr>
          <p:cNvPr id="3" name="area-122">
            <a:extLst xmlns:a="http://schemas.openxmlformats.org/drawingml/2006/main">
              <a:ext uri="{FF2B5EF4-FFF2-40B4-BE49-F238E27FC236}">
                <a16:creationId xmlns:a16="http://schemas.microsoft.com/office/drawing/2014/main" id="{4E55D29A-CF31-4876-92E2-C00C1016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F984BF19-7FD0-4B18-A033-329A91B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C0582-0BC4-46B0-A834-F95FB9D32F34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333750"/>
                <a:gridCol w="4400550"/>
              </a:tblGrid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/ 한계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영향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 또는 제외 범위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A66F35FD-DD69-46F4-8D27-3F9CA0C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[검증 전 가정 또는 추가 확인 사항 입력]</a:t>
            </a:r>
          </a:p>
        </p:txBody>
      </p:sp>
    </p:spTree>
    <p:extLst>
      <p:ext uri="{BB962C8B-B14F-4D97-AF65-F5344CB8AC3E}">
        <p14:creationId xmlns:p14="http://schemas.microsoft.com/office/powerpoint/2010/main" val="4839195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EF2AB00C-C9D8-4036-A143-68426F46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03  기타</a:t>
            </a:r>
          </a:p>
        </p:txBody>
      </p:sp>
      <p:sp>
        <p:nvSpPr>
          <p:cNvPr id="2" name="text-126">
            <a:extLst xmlns:a="http://schemas.openxmlformats.org/drawingml/2006/main">
              <a:ext uri="{FF2B5EF4-FFF2-40B4-BE49-F238E27FC236}">
                <a16:creationId xmlns:a16="http://schemas.microsoft.com/office/drawing/2014/main" id="{79C3E086-9B4E-461C-A648-84F1A60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8주 계획</a:t>
            </a:r>
          </a:p>
        </p:txBody>
      </p:sp>
      <p:sp>
        <p:nvSpPr>
          <p:cNvPr id="3" name="area-127">
            <a:extLst xmlns:a="http://schemas.openxmlformats.org/drawingml/2006/main">
              <a:ext uri="{FF2B5EF4-FFF2-40B4-BE49-F238E27FC236}">
                <a16:creationId xmlns:a16="http://schemas.microsoft.com/office/drawing/2014/main" id="{7B8900C7-92A2-439E-8F4F-7ADDE28F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4A374B4C-EAFE-470D-92A6-93E4594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14979-C678-4940-BDC3-B1F699985C52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/ 산출물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8주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[작업 1 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[작업 2 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[작업 3 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[작업 4 입력]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29">
            <a:extLst xmlns:a="http://schemas.openxmlformats.org/drawingml/2006/main">
              <a:ext uri="{FF2B5EF4-FFF2-40B4-BE49-F238E27FC236}">
                <a16:creationId xmlns:a16="http://schemas.microsoft.com/office/drawing/2014/main" id="{2969F262-F96A-4D6C-99A3-48620793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9"/>
                </a:solidFill>
                <a:latin typeface="Malgun Gothic"/>
                <a:ea typeface="Malgun Gothic"/>
                <a:cs typeface="Malgun Gothic"/>
              </a:rPr>
              <a:t>주요 마일스톤</a:t>
            </a:r>
          </a:p>
        </p:txBody>
      </p:sp>
      <p:sp>
        <p:nvSpPr>
          <p:cNvPr id="7" name="text-130">
            <a:extLst xmlns:a="http://schemas.openxmlformats.org/drawingml/2006/main">
              <a:ext uri="{FF2B5EF4-FFF2-40B4-BE49-F238E27FC236}">
                <a16:creationId xmlns:a16="http://schemas.microsoft.com/office/drawing/2014/main" id="{FD7C5AAD-AEC4-4A31-972E-4E86810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[중간 점검 / 최종 제출 일정 입력]</a:t>
            </a:r>
          </a:p>
        </p:txBody>
      </p:sp>
    </p:spTree>
    <p:extLst>
      <p:ext uri="{BB962C8B-B14F-4D97-AF65-F5344CB8AC3E}">
        <p14:creationId xmlns:p14="http://schemas.microsoft.com/office/powerpoint/2010/main" val="1303047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31">
            <a:extLst xmlns:a="http://schemas.openxmlformats.org/drawingml/2006/main">
              <a:ext uri="{FF2B5EF4-FFF2-40B4-BE49-F238E27FC236}">
                <a16:creationId xmlns:a16="http://schemas.microsoft.com/office/drawing/2014/main" id="{2707D3D6-D54C-406C-BCD2-07315355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03  기타</a:t>
            </a:r>
          </a:p>
        </p:txBody>
      </p:sp>
      <p:sp>
        <p:nvSpPr>
          <p:cNvPr id="2" name="text-132">
            <a:extLst xmlns:a="http://schemas.openxmlformats.org/drawingml/2006/main">
              <a:ext uri="{FF2B5EF4-FFF2-40B4-BE49-F238E27FC236}">
                <a16:creationId xmlns:a16="http://schemas.microsoft.com/office/drawing/2014/main" id="{9CB7A152-CE3C-40F8-81A3-C9883B2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AI 사용 범위</a:t>
            </a:r>
          </a:p>
        </p:txBody>
      </p:sp>
      <p:sp>
        <p:nvSpPr>
          <p:cNvPr id="3" name="area-133">
            <a:extLst xmlns:a="http://schemas.openxmlformats.org/drawingml/2006/main">
              <a:ext uri="{FF2B5EF4-FFF2-40B4-BE49-F238E27FC236}">
                <a16:creationId xmlns:a16="http://schemas.microsoft.com/office/drawing/2014/main" id="{898DCB54-02B2-488D-85FD-8F41CA6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7556A36E-DCF3-4BFD-9F7C-E0CC3B2E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93DFC-7991-4057-B4E5-44E2DF1EBEE0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857625"/>
                <a:gridCol w="4352925"/>
              </a:tblGrid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도구 / 모델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 및 범위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검토 / 검증 방법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T w="9525">
                      <a:solidFill>
                        <a:srgbClr val="CBD7E8"/>
                      </a:solidFill>
                      <a:prstDash val="solid"/>
                    </a:lnT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0C1D3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[도구명 / 버전]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[도구명 / 버전]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2B4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[도구명 / 버전]</a:t>
                      </a:r>
                    </a:p>
                  </a:txBody>
                  <a:tcPr marL="152400" marR="114300" marT="142875" marB="114300" anchor="ctr">
                    <a:lnL w="9525">
                      <a:solidFill>
                        <a:srgbClr val="CBD7E8"/>
                      </a:solidFill>
                      <a:prstDash val="solid"/>
                    </a:lnL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77869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</a:p>
                  </a:txBody>
                  <a:tcPr marL="152400" marR="114300" marT="142875" marB="114300" anchor="ctr">
                    <a:lnR w="9525">
                      <a:solidFill>
                        <a:srgbClr val="CBD7E8"/>
                      </a:solidFill>
                      <a:prstDash val="solid"/>
                    </a:lnR>
                    <a:lnB w="9525">
                      <a:solidFill>
                        <a:srgbClr val="CBD7E8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6D5D8D4B-19A7-4EAE-89FF-233BA9B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직접 수행한 부분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4FC7A615-A7CE-415B-93A8-15F62632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721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[직접 설계 / 구현 / 실험 / 해석 범위 입력]</a:t>
            </a:r>
          </a:p>
        </p:txBody>
      </p:sp>
    </p:spTree>
    <p:extLst>
      <p:ext uri="{BB962C8B-B14F-4D97-AF65-F5344CB8AC3E}">
        <p14:creationId xmlns:p14="http://schemas.microsoft.com/office/powerpoint/2010/main" val="184031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79A1199B-AECE-41D8-A4E8-7C5F0817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03  기타</a:t>
            </a:r>
          </a:p>
        </p:txBody>
      </p:sp>
      <p:sp>
        <p:nvSpPr>
          <p:cNvPr id="2" name="text-138">
            <a:extLst xmlns:a="http://schemas.openxmlformats.org/drawingml/2006/main">
              <a:ext uri="{FF2B5EF4-FFF2-40B4-BE49-F238E27FC236}">
                <a16:creationId xmlns:a16="http://schemas.microsoft.com/office/drawing/2014/main" id="{F527A89A-B02B-4E01-9C9A-05F6E0F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C1D3A"/>
                </a:solidFill>
                <a:latin typeface="Malgun Gothic"/>
                <a:ea typeface="Malgun Gothic"/>
                <a:cs typeface="Malgun Gothic"/>
              </a:rPr>
              <a:t>참고문헌</a:t>
            </a:r>
          </a:p>
        </p:txBody>
      </p:sp>
      <p:sp>
        <p:nvSpPr>
          <p:cNvPr id="3" name="area-139">
            <a:extLst xmlns:a="http://schemas.openxmlformats.org/drawingml/2006/main">
              <a:ext uri="{FF2B5EF4-FFF2-40B4-BE49-F238E27FC236}">
                <a16:creationId xmlns:a16="http://schemas.microsoft.com/office/drawing/2014/main" id="{48A0D99C-1546-4604-82C0-7BB7F00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0">
            <a:extLst xmlns:a="http://schemas.openxmlformats.org/drawingml/2006/main">
              <a:ext uri="{FF2B5EF4-FFF2-40B4-BE49-F238E27FC236}">
                <a16:creationId xmlns:a16="http://schemas.microsoft.com/office/drawing/2014/main" id="{0992C045-2459-4F58-A23C-9F9EBD3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text-141">
            <a:extLst xmlns:a="http://schemas.openxmlformats.org/drawingml/2006/main">
              <a:ext uri="{FF2B5EF4-FFF2-40B4-BE49-F238E27FC236}">
                <a16:creationId xmlns:a16="http://schemas.microsoft.com/office/drawing/2014/main" id="{1C8570D6-AA1A-411F-9D9A-D76A2A9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[1]</a:t>
            </a:r>
          </a:p>
        </p:txBody>
      </p:sp>
      <p:sp>
        <p:nvSpPr>
          <p:cNvPr id="6" name="text-142">
            <a:extLst xmlns:a="http://schemas.openxmlformats.org/drawingml/2006/main">
              <a:ext uri="{FF2B5EF4-FFF2-40B4-BE49-F238E27FC236}">
                <a16:creationId xmlns:a16="http://schemas.microsoft.com/office/drawing/2014/main" id="{E8CB55CC-347D-4CE5-BC39-0CFB906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14550"/>
            <a:ext cx="10201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[저자. 제목. 학회·저널 또는 자료명, 연도.]</a:t>
            </a:r>
          </a:p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[DOI / URL / 접근일]</a:t>
            </a:r>
          </a:p>
        </p:txBody>
      </p:sp>
      <p:sp>
        <p:nvSpPr>
          <p:cNvPr id="7" name="area-143">
            <a:extLst xmlns:a="http://schemas.openxmlformats.org/drawingml/2006/main">
              <a:ext uri="{FF2B5EF4-FFF2-40B4-BE49-F238E27FC236}">
                <a16:creationId xmlns:a16="http://schemas.microsoft.com/office/drawing/2014/main" id="{9CADB502-72FF-48EB-9584-6E71987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4">
            <a:extLst xmlns:a="http://schemas.openxmlformats.org/drawingml/2006/main">
              <a:ext uri="{FF2B5EF4-FFF2-40B4-BE49-F238E27FC236}">
                <a16:creationId xmlns:a16="http://schemas.microsoft.com/office/drawing/2014/main" id="{F4A4128B-5FEE-4893-904A-9F0565E3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[2]</a:t>
            </a:r>
          </a:p>
        </p:txBody>
      </p:sp>
      <p:sp>
        <p:nvSpPr>
          <p:cNvPr id="9" name="text-145">
            <a:extLst xmlns:a="http://schemas.openxmlformats.org/drawingml/2006/main">
              <a:ext uri="{FF2B5EF4-FFF2-40B4-BE49-F238E27FC236}">
                <a16:creationId xmlns:a16="http://schemas.microsoft.com/office/drawing/2014/main" id="{FB7B8762-E1ED-4F8D-B669-FB7ED916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10201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[저자. 제목. 학회·저널 또는 자료명, 연도.]</a:t>
            </a:r>
          </a:p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[DOI / URL / 접근일]</a:t>
            </a:r>
          </a:p>
        </p:txBody>
      </p:sp>
      <p:sp>
        <p:nvSpPr>
          <p:cNvPr id="10" name="area-146">
            <a:extLst xmlns:a="http://schemas.openxmlformats.org/drawingml/2006/main">
              <a:ext uri="{FF2B5EF4-FFF2-40B4-BE49-F238E27FC236}">
                <a16:creationId xmlns:a16="http://schemas.microsoft.com/office/drawing/2014/main" id="{A1CB45DB-F581-4FFC-AF74-4B7F9CC3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9050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47">
            <a:extLst xmlns:a="http://schemas.openxmlformats.org/drawingml/2006/main">
              <a:ext uri="{FF2B5EF4-FFF2-40B4-BE49-F238E27FC236}">
                <a16:creationId xmlns:a16="http://schemas.microsoft.com/office/drawing/2014/main" id="{342FABDF-BF7C-4C6B-8134-3F043EA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[3]</a:t>
            </a:r>
          </a:p>
        </p:txBody>
      </p:sp>
      <p:sp>
        <p:nvSpPr>
          <p:cNvPr id="12" name="text-148">
            <a:extLst xmlns:a="http://schemas.openxmlformats.org/drawingml/2006/main">
              <a:ext uri="{FF2B5EF4-FFF2-40B4-BE49-F238E27FC236}">
                <a16:creationId xmlns:a16="http://schemas.microsoft.com/office/drawing/2014/main" id="{03F0F69A-EA20-49FF-BF20-3592C58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81450"/>
            <a:ext cx="10201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[저자. 제목. 학회·저널 또는 자료명, 연도.]</a:t>
            </a:r>
          </a:p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[DOI / URL / 접근일]</a:t>
            </a:r>
          </a:p>
        </p:txBody>
      </p:sp>
      <p:sp>
        <p:nvSpPr>
          <p:cNvPr id="13" name="area-149">
            <a:extLst xmlns:a="http://schemas.openxmlformats.org/drawingml/2006/main">
              <a:ext uri="{FF2B5EF4-FFF2-40B4-BE49-F238E27FC236}">
                <a16:creationId xmlns:a16="http://schemas.microsoft.com/office/drawing/2014/main" id="{8013565B-BD02-4199-A441-BC63E7F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85A1A7D0-297F-43B5-B267-F6043B1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64DF"/>
                </a:solidFill>
                <a:latin typeface="Malgun Gothic"/>
                <a:ea typeface="Malgun Gothic"/>
                <a:cs typeface="Malgun Gothic"/>
              </a:rPr>
              <a:t>[4]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B5DC0694-1CF6-4D7F-8ABA-A9CEB2E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10201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[저자. 제목. 학회·저널 또는 자료명, 연도.]</a:t>
            </a:r>
          </a:p>
          <a:p xmlns:a="http://schemas.openxmlformats.org/drawingml/2006/main">
            <a:pPr algn="l">
              <a:def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7869C"/>
                </a:solidFill>
                <a:latin typeface="Malgun Gothic"/>
                <a:ea typeface="Malgun Gothic"/>
                <a:cs typeface="Malgun Gothic"/>
              </a:rPr>
              <a:t>[DOI / URL / 접근일]</a:t>
            </a:r>
          </a:p>
        </p:txBody>
      </p:sp>
    </p:spTree>
    <p:extLst>
      <p:ext uri="{BB962C8B-B14F-4D97-AF65-F5344CB8AC3E}">
        <p14:creationId xmlns:p14="http://schemas.microsoft.com/office/powerpoint/2010/main" val="695486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2026-10-16T02:39:38.1150000Z</dcterms:created>
  <dcterms:modified xsi:type="dcterms:W3CDTF">2026-10-16T02:39:38.1150000Z</dcterms:modified>
</coreProperties>
</file>