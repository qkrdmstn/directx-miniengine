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7" r:id="rId3"/>
    <p:sldId id="284" r:id="rId4"/>
    <p:sldId id="282" r:id="rId5"/>
    <p:sldId id="259" r:id="rId6"/>
    <p:sldId id="278" r:id="rId7"/>
    <p:sldId id="279" r:id="rId8"/>
    <p:sldId id="280" r:id="rId9"/>
    <p:sldId id="281" r:id="rId10"/>
    <p:sldId id="298" r:id="rId11"/>
    <p:sldId id="296" r:id="rId12"/>
    <p:sldId id="270" r:id="rId13"/>
    <p:sldId id="287" r:id="rId14"/>
    <p:sldId id="289" r:id="rId15"/>
    <p:sldId id="290" r:id="rId16"/>
    <p:sldId id="291" r:id="rId17"/>
    <p:sldId id="292" r:id="rId18"/>
    <p:sldId id="293" r:id="rId19"/>
    <p:sldId id="295" r:id="rId20"/>
    <p:sldId id="294" r:id="rId21"/>
    <p:sldId id="269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박은수" initials="박" lastIdx="1" clrIdx="0">
    <p:extLst>
      <p:ext uri="{19B8F6BF-5375-455C-9EA6-DF929625EA0E}">
        <p15:presenceInfo xmlns:p15="http://schemas.microsoft.com/office/powerpoint/2012/main" userId="S-1-5-21-572273638-224739609-4213202282-2358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66107"/>
    <a:srgbClr val="FC5600"/>
    <a:srgbClr val="FE9C08"/>
    <a:srgbClr val="FD9C09"/>
    <a:srgbClr val="F85700"/>
    <a:srgbClr val="FF9804"/>
    <a:srgbClr val="ADE6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08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3C88C7-3405-4E31-AC1C-CC9004BE0C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89D357A-D78D-4F9A-A1FE-CE53065F4A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E4A0BA-8618-4843-B79E-5CD962C61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89980-E49C-4CCB-8D48-17631D7F13A1}" type="datetimeFigureOut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63662A-A0CC-4F51-A867-77C05A681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74713C-A6C5-43D6-9194-1E13E1B09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1C0D7-D11A-479F-B431-CB09E4265E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7816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8EB186-1319-4E60-BABD-961C3DD65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4E7131-D062-4F09-A457-0C982CF61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8A6039-B301-4BDF-911D-D32CFF3A6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89980-E49C-4CCB-8D48-17631D7F13A1}" type="datetimeFigureOut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1CC786-B4A8-4E3F-9E75-68C501D25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3F38C7-6414-4963-878C-409D51065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1C0D7-D11A-479F-B431-CB09E4265E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5057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8F4CF0-0FE3-4C89-BCC5-4CA54C6D5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F9C733-53A9-42F0-B0FF-1AF80CD3E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556BED-52EB-4BA9-8A39-2811E63E2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89980-E49C-4CCB-8D48-17631D7F13A1}" type="datetimeFigureOut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FC4210-D1B1-4060-86C5-8E18B6C26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279C7F-D1F4-4BB6-9091-7CC9E1AB9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1C0D7-D11A-479F-B431-CB09E4265E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479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F1BE20-BB89-4D5F-8C76-D53AA611D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BC3578-DA42-4560-8A62-6117ED1F53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6D805CE-423C-4EA7-B1C3-13B4156C9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4BFA6F2-A587-4593-AD65-D8DCBC5F6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89980-E49C-4CCB-8D48-17631D7F13A1}" type="datetimeFigureOut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89DA708-DDF8-4525-9299-3582E2F4A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2C71525-2BF3-454B-B348-26D389A98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1C0D7-D11A-479F-B431-CB09E4265E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0663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D0C196-D483-4C23-912B-81E283391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59996D-A963-45CA-A4D4-CB7CFAE37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C135C94-7471-4562-9D02-130AD01E8B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3E75A69-0860-4CE1-80F0-BE63FC7595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17E47DA-7EEB-412B-ABF8-CDEA4B4C1A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075A93F-C0C2-432E-9B1D-960297D50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89980-E49C-4CCB-8D48-17631D7F13A1}" type="datetimeFigureOut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C31CB38-F534-43B5-8DE0-1E00334A3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08A34F-EAF7-4B37-9CEE-64B26291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1C0D7-D11A-479F-B431-CB09E4265E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9604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9CEC4D-3A32-4484-843D-F85121530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84BA87A-B85E-4F08-88A0-9CE101FE8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89980-E49C-4CCB-8D48-17631D7F13A1}" type="datetimeFigureOut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73BA1AC-3B55-4C59-BF46-617759992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89A2108-57B8-4EAB-9B45-357E03A22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1C0D7-D11A-479F-B431-CB09E4265E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031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D0BF9CB-578F-4F8F-85B2-F87823709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89980-E49C-4CCB-8D48-17631D7F13A1}" type="datetimeFigureOut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8F30B8B-6746-4EC0-A397-A39AEA2F5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1260FC-9346-400F-BED1-57E1ADA5A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1C0D7-D11A-479F-B431-CB09E4265E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3402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7746B5-A81F-49CB-AEFD-2FA08E624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F13E10-F93B-42BD-96DF-7E7FED5EFC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8D5AB14-CCD8-4259-8811-1C6E4D3235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35A4F4-AC43-4ECF-AC99-26F0FCA67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89980-E49C-4CCB-8D48-17631D7F13A1}" type="datetimeFigureOut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D6613B8-6534-4973-9ACF-B28DE78C2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CB8A28B-DB1D-4271-A616-3CA191D25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1C0D7-D11A-479F-B431-CB09E4265E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5468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39D7B-8650-46A6-AB23-EB2400BA0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7D2D64F-928E-4B93-9984-212F6CB93F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85B3AAB-E8E1-41A3-ACEB-5B4F3CE95B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32E9E0C-F1B6-45DF-9903-4BFBE7D02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89980-E49C-4CCB-8D48-17631D7F13A1}" type="datetimeFigureOut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8D5FF0-8CF8-4B2A-980E-E840FE3B2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EB01CE6-360A-41AE-907E-A3AC45A0B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1C0D7-D11A-479F-B431-CB09E4265E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5831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CA7F88-0639-46FE-B27A-EA2D09620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42FA854-47B2-4AE8-9EE2-8D9DDC2C8B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33DCD7-211A-4093-A335-62C431FBE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89980-E49C-4CCB-8D48-17631D7F13A1}" type="datetimeFigureOut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FB8F21-C5FB-41ED-B6CD-3BACEAAD3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529E3E-8B85-4CF0-B082-685A959B4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1C0D7-D11A-479F-B431-CB09E4265E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767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7BEB660-1858-4207-82CA-7D7684E6EA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3FFB407-3621-445B-94D2-9FC65AF7F1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C0D5B1-CA17-43F5-BFD4-ACD371661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889980-E49C-4CCB-8D48-17631D7F13A1}" type="datetimeFigureOut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9B5CF2-03DA-4A8A-BFCE-3A4824F7C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F9819A-5C8B-401F-8E13-27554752C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1C0D7-D11A-479F-B431-CB09E4265E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921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51A22E0-050D-4B6D-B801-21EFC5D2B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D4A48C-4C0F-4711-A62D-04C88E0512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7F3FFC-B1E6-4F43-A486-ED5B7C00B8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889980-E49C-4CCB-8D48-17631D7F13A1}" type="datetimeFigureOut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FB18B4-24DB-438B-98D6-ACD731A204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E518DE-B5B3-43E9-BEE2-22DDD8AD94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71C0D7-D11A-479F-B431-CB09E4265E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5219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F89706-019C-4C39-BBA6-E8A68DE04E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316" y="139323"/>
            <a:ext cx="9144000" cy="782805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ko-KR" altLang="en-US" sz="3600" b="1" dirty="0" err="1"/>
              <a:t>스켈레탈</a:t>
            </a:r>
            <a:r>
              <a:rPr lang="ko-KR" altLang="en-US" sz="3600" b="1" dirty="0"/>
              <a:t> 메시 절단 시스템</a:t>
            </a:r>
            <a:endParaRPr lang="en-US" altLang="ko-KR" sz="3600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61764DC-2866-4185-A955-F44559957D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2715" y="6088564"/>
            <a:ext cx="9144000" cy="419768"/>
          </a:xfrm>
        </p:spPr>
        <p:txBody>
          <a:bodyPr>
            <a:normAutofit/>
          </a:bodyPr>
          <a:lstStyle/>
          <a:p>
            <a:pPr algn="l"/>
            <a:r>
              <a:rPr lang="ko-KR" altLang="en-US" sz="1400" dirty="0"/>
              <a:t>박은수 </a:t>
            </a:r>
            <a:r>
              <a:rPr lang="en-US" altLang="ko-KR" sz="1400" dirty="0"/>
              <a:t>/ </a:t>
            </a:r>
            <a:r>
              <a:rPr lang="ko-KR" altLang="en-US" sz="1400" dirty="0"/>
              <a:t>애니메이션</a:t>
            </a:r>
            <a:r>
              <a:rPr lang="en-US" altLang="ko-KR" sz="1400" dirty="0"/>
              <a:t>1</a:t>
            </a:r>
            <a:r>
              <a:rPr lang="ko-KR" altLang="en-US" sz="1400" dirty="0"/>
              <a:t>실</a:t>
            </a:r>
          </a:p>
        </p:txBody>
      </p:sp>
    </p:spTree>
    <p:extLst>
      <p:ext uri="{BB962C8B-B14F-4D97-AF65-F5344CB8AC3E}">
        <p14:creationId xmlns:p14="http://schemas.microsoft.com/office/powerpoint/2010/main" val="1943052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F89706-019C-4C39-BBA6-E8A68DE04E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316" y="139323"/>
            <a:ext cx="9144000" cy="782805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ko-KR" altLang="en-US" sz="3600" b="1" dirty="0"/>
              <a:t>목차</a:t>
            </a:r>
            <a:endParaRPr lang="en-US" altLang="ko-KR" sz="3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1E4794-35FB-4DAD-972F-0955FD73DEA2}"/>
              </a:ext>
            </a:extLst>
          </p:cNvPr>
          <p:cNvSpPr txBox="1"/>
          <p:nvPr/>
        </p:nvSpPr>
        <p:spPr>
          <a:xfrm>
            <a:off x="0" y="1945462"/>
            <a:ext cx="955708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2800" dirty="0"/>
              <a:t>절단 알고리즘 병렬화 과정</a:t>
            </a:r>
            <a:endParaRPr lang="en-US" altLang="ko-KR" sz="2800" dirty="0"/>
          </a:p>
          <a:p>
            <a:pPr marL="285750" indent="-285750">
              <a:buFontTx/>
              <a:buChar char="-"/>
            </a:pPr>
            <a:r>
              <a:rPr lang="ko-KR" altLang="en-US" sz="2800" dirty="0" err="1"/>
              <a:t>스켈레탈</a:t>
            </a:r>
            <a:r>
              <a:rPr lang="ko-KR" altLang="en-US" sz="2800" dirty="0"/>
              <a:t> 메시 절단 과정</a:t>
            </a:r>
            <a:endParaRPr lang="en-US" altLang="ko-KR" sz="2800" dirty="0"/>
          </a:p>
        </p:txBody>
      </p:sp>
    </p:spTree>
    <p:extLst>
      <p:ext uri="{BB962C8B-B14F-4D97-AF65-F5344CB8AC3E}">
        <p14:creationId xmlns:p14="http://schemas.microsoft.com/office/powerpoint/2010/main" val="1223948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F89706-019C-4C39-BBA6-E8A68DE04E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316" y="139323"/>
            <a:ext cx="9144000" cy="782805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altLang="ko-KR" sz="3200" b="1" dirty="0"/>
              <a:t>Procedural Mesh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0CF8209-C0A6-42F2-B0AB-8B135F6C938C}"/>
              </a:ext>
            </a:extLst>
          </p:cNvPr>
          <p:cNvCxnSpPr/>
          <p:nvPr/>
        </p:nvCxnSpPr>
        <p:spPr>
          <a:xfrm>
            <a:off x="120316" y="962233"/>
            <a:ext cx="1189522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789427E-A291-4294-97E6-BEB251603F5A}"/>
              </a:ext>
            </a:extLst>
          </p:cNvPr>
          <p:cNvSpPr txBox="1"/>
          <p:nvPr/>
        </p:nvSpPr>
        <p:spPr>
          <a:xfrm>
            <a:off x="120315" y="1012012"/>
            <a:ext cx="955708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.</a:t>
            </a:r>
            <a:r>
              <a:rPr lang="en-US" altLang="ko-KR" sz="2400" dirty="0" err="1"/>
              <a:t>glb</a:t>
            </a:r>
            <a:r>
              <a:rPr lang="en-US" altLang="ko-KR" sz="2400" dirty="0"/>
              <a:t> </a:t>
            </a:r>
            <a:r>
              <a:rPr lang="ko-KR" altLang="en-US" sz="2400" dirty="0"/>
              <a:t>파일 형식</a:t>
            </a:r>
            <a:endParaRPr lang="en-US" altLang="ko-KR" sz="2400" dirty="0"/>
          </a:p>
          <a:p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각 삼각형에 속한 정점은 위치가 같아도</a:t>
            </a:r>
            <a:r>
              <a:rPr lang="en-US" altLang="ko-KR" dirty="0"/>
              <a:t>,</a:t>
            </a:r>
            <a:r>
              <a:rPr lang="ko-KR" altLang="en-US" dirty="0"/>
              <a:t> 렌더링 정보</a:t>
            </a:r>
            <a:r>
              <a:rPr lang="en-US" altLang="ko-KR" dirty="0"/>
              <a:t>(</a:t>
            </a:r>
            <a:r>
              <a:rPr lang="en-US" altLang="ko-KR" dirty="0" err="1"/>
              <a:t>uv</a:t>
            </a:r>
            <a:r>
              <a:rPr lang="en-US" altLang="ko-KR" dirty="0"/>
              <a:t>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에 따라 다르게 식별된다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절단을 위해 위치 기준으로 정점을 병합한 연결정보를 </a:t>
            </a:r>
            <a:r>
              <a:rPr lang="en-US" altLang="ko-KR" dirty="0"/>
              <a:t>CPU</a:t>
            </a:r>
            <a:r>
              <a:rPr lang="ko-KR" altLang="en-US" dirty="0"/>
              <a:t>에서 별도로 생성</a:t>
            </a:r>
            <a:endParaRPr lang="en-US" altLang="ko-KR" dirty="0"/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66D4DD6E-800B-4250-B14C-4EEBF6605060}"/>
              </a:ext>
            </a:extLst>
          </p:cNvPr>
          <p:cNvGrpSpPr/>
          <p:nvPr/>
        </p:nvGrpSpPr>
        <p:grpSpPr>
          <a:xfrm>
            <a:off x="2014603" y="2430280"/>
            <a:ext cx="1607264" cy="1742612"/>
            <a:chOff x="2146536" y="2015896"/>
            <a:chExt cx="1907936" cy="2068602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378046D8-BEE1-4DBE-846D-F06BF346E9F5}"/>
                </a:ext>
              </a:extLst>
            </p:cNvPr>
            <p:cNvGrpSpPr/>
            <p:nvPr/>
          </p:nvGrpSpPr>
          <p:grpSpPr>
            <a:xfrm>
              <a:off x="2194624" y="2015896"/>
              <a:ext cx="1811760" cy="1730048"/>
              <a:chOff x="2484118" y="2659112"/>
              <a:chExt cx="1922262" cy="1835567"/>
            </a:xfrm>
          </p:grpSpPr>
          <p:grpSp>
            <p:nvGrpSpPr>
              <p:cNvPr id="13" name="그룹 12">
                <a:extLst>
                  <a:ext uri="{FF2B5EF4-FFF2-40B4-BE49-F238E27FC236}">
                    <a16:creationId xmlns:a16="http://schemas.microsoft.com/office/drawing/2014/main" id="{4ABFB915-B4B7-4135-921A-5019BB175D35}"/>
                  </a:ext>
                </a:extLst>
              </p:cNvPr>
              <p:cNvGrpSpPr/>
              <p:nvPr/>
            </p:nvGrpSpPr>
            <p:grpSpPr>
              <a:xfrm>
                <a:off x="2567938" y="2742932"/>
                <a:ext cx="1744981" cy="1638568"/>
                <a:chOff x="1219199" y="2674352"/>
                <a:chExt cx="1149350" cy="1271998"/>
              </a:xfrm>
            </p:grpSpPr>
            <p:sp>
              <p:nvSpPr>
                <p:cNvPr id="3" name="이등변 삼각형 2">
                  <a:extLst>
                    <a:ext uri="{FF2B5EF4-FFF2-40B4-BE49-F238E27FC236}">
                      <a16:creationId xmlns:a16="http://schemas.microsoft.com/office/drawing/2014/main" id="{CC3B237A-01B1-4C20-9238-12A89E3FAEE5}"/>
                    </a:ext>
                  </a:extLst>
                </p:cNvPr>
                <p:cNvSpPr/>
                <p:nvPr/>
              </p:nvSpPr>
              <p:spPr>
                <a:xfrm>
                  <a:off x="1219199" y="2687053"/>
                  <a:ext cx="762000" cy="1259297"/>
                </a:xfrm>
                <a:prstGeom prst="triangl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2" name="이등변 삼각형 11">
                  <a:extLst>
                    <a:ext uri="{FF2B5EF4-FFF2-40B4-BE49-F238E27FC236}">
                      <a16:creationId xmlns:a16="http://schemas.microsoft.com/office/drawing/2014/main" id="{FF935FC5-1A14-4997-8BA8-2CC6366CC58D}"/>
                    </a:ext>
                  </a:extLst>
                </p:cNvPr>
                <p:cNvSpPr/>
                <p:nvPr/>
              </p:nvSpPr>
              <p:spPr>
                <a:xfrm rot="10800000">
                  <a:off x="1606549" y="2674352"/>
                  <a:ext cx="762000" cy="1259297"/>
                </a:xfrm>
                <a:prstGeom prst="triangl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4" name="타원 13">
                <a:extLst>
                  <a:ext uri="{FF2B5EF4-FFF2-40B4-BE49-F238E27FC236}">
                    <a16:creationId xmlns:a16="http://schemas.microsoft.com/office/drawing/2014/main" id="{B4CC34B5-EACD-4E27-AAEB-4BA5369E26CF}"/>
                  </a:ext>
                </a:extLst>
              </p:cNvPr>
              <p:cNvSpPr/>
              <p:nvPr/>
            </p:nvSpPr>
            <p:spPr>
              <a:xfrm>
                <a:off x="3062564" y="2659112"/>
                <a:ext cx="167640" cy="167640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타원 14">
                <a:extLst>
                  <a:ext uri="{FF2B5EF4-FFF2-40B4-BE49-F238E27FC236}">
                    <a16:creationId xmlns:a16="http://schemas.microsoft.com/office/drawing/2014/main" id="{3F603C23-F8D6-4626-B539-2F996AB66C5F}"/>
                  </a:ext>
                </a:extLst>
              </p:cNvPr>
              <p:cNvSpPr/>
              <p:nvPr/>
            </p:nvSpPr>
            <p:spPr>
              <a:xfrm>
                <a:off x="4238740" y="2659965"/>
                <a:ext cx="167640" cy="167640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" name="타원 15">
                <a:extLst>
                  <a:ext uri="{FF2B5EF4-FFF2-40B4-BE49-F238E27FC236}">
                    <a16:creationId xmlns:a16="http://schemas.microsoft.com/office/drawing/2014/main" id="{57FBDEEE-B375-4335-91C5-FCEC815F8ACB}"/>
                  </a:ext>
                </a:extLst>
              </p:cNvPr>
              <p:cNvSpPr/>
              <p:nvPr/>
            </p:nvSpPr>
            <p:spPr>
              <a:xfrm>
                <a:off x="3641011" y="4272578"/>
                <a:ext cx="167640" cy="167640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" name="타원 16">
                <a:extLst>
                  <a:ext uri="{FF2B5EF4-FFF2-40B4-BE49-F238E27FC236}">
                    <a16:creationId xmlns:a16="http://schemas.microsoft.com/office/drawing/2014/main" id="{23C1886F-48B8-43CE-862B-EC6D155F3362}"/>
                  </a:ext>
                </a:extLst>
              </p:cNvPr>
              <p:cNvSpPr/>
              <p:nvPr/>
            </p:nvSpPr>
            <p:spPr>
              <a:xfrm>
                <a:off x="3641011" y="4327039"/>
                <a:ext cx="167640" cy="167640"/>
              </a:xfrm>
              <a:prstGeom prst="ellipse">
                <a:avLst/>
              </a:prstGeom>
              <a:solidFill>
                <a:srgbClr val="FE9C08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8" name="타원 17">
                <a:extLst>
                  <a:ext uri="{FF2B5EF4-FFF2-40B4-BE49-F238E27FC236}">
                    <a16:creationId xmlns:a16="http://schemas.microsoft.com/office/drawing/2014/main" id="{18912A19-EAE7-44F0-B09A-EDFED34BEDA8}"/>
                  </a:ext>
                </a:extLst>
              </p:cNvPr>
              <p:cNvSpPr/>
              <p:nvPr/>
            </p:nvSpPr>
            <p:spPr>
              <a:xfrm>
                <a:off x="2484118" y="4288939"/>
                <a:ext cx="167640" cy="167640"/>
              </a:xfrm>
              <a:prstGeom prst="ellipse">
                <a:avLst/>
              </a:prstGeom>
              <a:solidFill>
                <a:srgbClr val="FE9C08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6FBE6A13-CFDD-452A-91F0-7D17E718558F}"/>
                  </a:ext>
                </a:extLst>
              </p:cNvPr>
              <p:cNvSpPr/>
              <p:nvPr/>
            </p:nvSpPr>
            <p:spPr>
              <a:xfrm>
                <a:off x="3006527" y="2696652"/>
                <a:ext cx="167640" cy="167640"/>
              </a:xfrm>
              <a:prstGeom prst="ellipse">
                <a:avLst/>
              </a:prstGeom>
              <a:solidFill>
                <a:srgbClr val="FE9C08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3D4E05B-1A44-4553-BBCB-7107C94650E4}"/>
                </a:ext>
              </a:extLst>
            </p:cNvPr>
            <p:cNvSpPr txBox="1"/>
            <p:nvPr/>
          </p:nvSpPr>
          <p:spPr>
            <a:xfrm>
              <a:off x="2146536" y="3745944"/>
              <a:ext cx="19079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/>
                <a:t>.</a:t>
              </a:r>
              <a:r>
                <a:rPr lang="en-US" altLang="ko-KR" sz="1400" dirty="0" err="1"/>
                <a:t>glb</a:t>
              </a:r>
              <a:r>
                <a:rPr lang="en-US" altLang="ko-KR" sz="1400" dirty="0"/>
                <a:t> (</a:t>
              </a:r>
              <a:r>
                <a:rPr lang="en-US" altLang="ko-KR" sz="1400" dirty="0" err="1"/>
                <a:t>m_DataBuffer</a:t>
              </a:r>
              <a:r>
                <a:rPr lang="en-US" altLang="ko-KR" sz="1400" dirty="0"/>
                <a:t>)</a:t>
              </a:r>
              <a:endParaRPr lang="ko-KR" altLang="en-US" sz="1400" dirty="0"/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5D0945B3-7BFA-4D75-9B24-CDF1A72F281A}"/>
              </a:ext>
            </a:extLst>
          </p:cNvPr>
          <p:cNvGrpSpPr/>
          <p:nvPr/>
        </p:nvGrpSpPr>
        <p:grpSpPr>
          <a:xfrm>
            <a:off x="3531457" y="4771786"/>
            <a:ext cx="1754462" cy="1946892"/>
            <a:chOff x="5466886" y="3032859"/>
            <a:chExt cx="2156851" cy="2393413"/>
          </a:xfrm>
        </p:grpSpPr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CDB832F9-47A2-4AEF-A464-095284003FC1}"/>
                </a:ext>
              </a:extLst>
            </p:cNvPr>
            <p:cNvGrpSpPr/>
            <p:nvPr/>
          </p:nvGrpSpPr>
          <p:grpSpPr>
            <a:xfrm>
              <a:off x="5584180" y="3032859"/>
              <a:ext cx="1922262" cy="1797467"/>
              <a:chOff x="2484118" y="2659112"/>
              <a:chExt cx="1922262" cy="1797467"/>
            </a:xfrm>
          </p:grpSpPr>
          <p:grpSp>
            <p:nvGrpSpPr>
              <p:cNvPr id="27" name="그룹 26">
                <a:extLst>
                  <a:ext uri="{FF2B5EF4-FFF2-40B4-BE49-F238E27FC236}">
                    <a16:creationId xmlns:a16="http://schemas.microsoft.com/office/drawing/2014/main" id="{575AB2BF-B807-4F92-AACB-C84081480AD9}"/>
                  </a:ext>
                </a:extLst>
              </p:cNvPr>
              <p:cNvGrpSpPr/>
              <p:nvPr/>
            </p:nvGrpSpPr>
            <p:grpSpPr>
              <a:xfrm>
                <a:off x="2567938" y="2742932"/>
                <a:ext cx="1744981" cy="1638568"/>
                <a:chOff x="1219199" y="2674352"/>
                <a:chExt cx="1149350" cy="1271998"/>
              </a:xfrm>
            </p:grpSpPr>
            <p:sp>
              <p:nvSpPr>
                <p:cNvPr id="34" name="이등변 삼각형 33">
                  <a:extLst>
                    <a:ext uri="{FF2B5EF4-FFF2-40B4-BE49-F238E27FC236}">
                      <a16:creationId xmlns:a16="http://schemas.microsoft.com/office/drawing/2014/main" id="{053D2394-32E5-4F1E-BF8B-DE94C302A385}"/>
                    </a:ext>
                  </a:extLst>
                </p:cNvPr>
                <p:cNvSpPr/>
                <p:nvPr/>
              </p:nvSpPr>
              <p:spPr>
                <a:xfrm>
                  <a:off x="1219199" y="2687053"/>
                  <a:ext cx="762000" cy="1259297"/>
                </a:xfrm>
                <a:prstGeom prst="triangl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5" name="이등변 삼각형 34">
                  <a:extLst>
                    <a:ext uri="{FF2B5EF4-FFF2-40B4-BE49-F238E27FC236}">
                      <a16:creationId xmlns:a16="http://schemas.microsoft.com/office/drawing/2014/main" id="{51318739-E12B-4CE3-9C22-7072D4FA7AA3}"/>
                    </a:ext>
                  </a:extLst>
                </p:cNvPr>
                <p:cNvSpPr/>
                <p:nvPr/>
              </p:nvSpPr>
              <p:spPr>
                <a:xfrm rot="10800000">
                  <a:off x="1606549" y="2674352"/>
                  <a:ext cx="762000" cy="1259297"/>
                </a:xfrm>
                <a:prstGeom prst="triangl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8FEBDF24-96F8-4257-BDE4-848E04C454B2}"/>
                  </a:ext>
                </a:extLst>
              </p:cNvPr>
              <p:cNvSpPr/>
              <p:nvPr/>
            </p:nvSpPr>
            <p:spPr>
              <a:xfrm>
                <a:off x="3062564" y="2659112"/>
                <a:ext cx="167640" cy="167640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" name="타원 28">
                <a:extLst>
                  <a:ext uri="{FF2B5EF4-FFF2-40B4-BE49-F238E27FC236}">
                    <a16:creationId xmlns:a16="http://schemas.microsoft.com/office/drawing/2014/main" id="{5A6D583F-A8B7-422A-A87A-63247EB9AF8D}"/>
                  </a:ext>
                </a:extLst>
              </p:cNvPr>
              <p:cNvSpPr/>
              <p:nvPr/>
            </p:nvSpPr>
            <p:spPr>
              <a:xfrm>
                <a:off x="4238740" y="2659965"/>
                <a:ext cx="167640" cy="167640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2A3A054C-82C7-46A5-B5A9-FE2FFF11B953}"/>
                  </a:ext>
                </a:extLst>
              </p:cNvPr>
              <p:cNvSpPr/>
              <p:nvPr/>
            </p:nvSpPr>
            <p:spPr>
              <a:xfrm>
                <a:off x="3641011" y="4272578"/>
                <a:ext cx="167640" cy="167640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" name="타원 31">
                <a:extLst>
                  <a:ext uri="{FF2B5EF4-FFF2-40B4-BE49-F238E27FC236}">
                    <a16:creationId xmlns:a16="http://schemas.microsoft.com/office/drawing/2014/main" id="{5AB65CE0-528E-44AE-857C-23CC33448802}"/>
                  </a:ext>
                </a:extLst>
              </p:cNvPr>
              <p:cNvSpPr/>
              <p:nvPr/>
            </p:nvSpPr>
            <p:spPr>
              <a:xfrm>
                <a:off x="2484118" y="4288939"/>
                <a:ext cx="167640" cy="167640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45E5945-1FFE-496E-94A5-CDC534127C0D}"/>
                </a:ext>
              </a:extLst>
            </p:cNvPr>
            <p:cNvSpPr txBox="1"/>
            <p:nvPr/>
          </p:nvSpPr>
          <p:spPr>
            <a:xfrm>
              <a:off x="5466886" y="4871140"/>
              <a:ext cx="2156851" cy="5551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/>
                <a:t>Procedural mesh </a:t>
              </a:r>
            </a:p>
            <a:p>
              <a:pPr algn="ctr"/>
              <a:r>
                <a:rPr lang="en-US" altLang="ko-KR" sz="1400" dirty="0"/>
                <a:t>(geometry)</a:t>
              </a:r>
              <a:endParaRPr lang="ko-KR" altLang="en-US" sz="1400" dirty="0"/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EBCD8515-EF73-46E6-A6B8-85625DB0BF13}"/>
              </a:ext>
            </a:extLst>
          </p:cNvPr>
          <p:cNvGrpSpPr/>
          <p:nvPr/>
        </p:nvGrpSpPr>
        <p:grpSpPr>
          <a:xfrm>
            <a:off x="263124" y="3018280"/>
            <a:ext cx="1525605" cy="469160"/>
            <a:chOff x="575131" y="2915110"/>
            <a:chExt cx="1525605" cy="469160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6AA6B956-1A8F-469E-B720-DF98950F0242}"/>
                </a:ext>
              </a:extLst>
            </p:cNvPr>
            <p:cNvSpPr/>
            <p:nvPr/>
          </p:nvSpPr>
          <p:spPr>
            <a:xfrm>
              <a:off x="730843" y="2915110"/>
              <a:ext cx="1214754" cy="469160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2133D23-ADE1-4BD5-8E64-1A74C1E9058B}"/>
                </a:ext>
              </a:extLst>
            </p:cNvPr>
            <p:cNvSpPr txBox="1"/>
            <p:nvPr/>
          </p:nvSpPr>
          <p:spPr>
            <a:xfrm>
              <a:off x="575131" y="2915110"/>
              <a:ext cx="15256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dirty="0"/>
                <a:t>GPU</a:t>
              </a:r>
              <a:endParaRPr lang="en-US" altLang="ko-KR" sz="1400" dirty="0"/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94D8AF75-693D-442E-8047-4DDBBA63B57B}"/>
              </a:ext>
            </a:extLst>
          </p:cNvPr>
          <p:cNvGrpSpPr/>
          <p:nvPr/>
        </p:nvGrpSpPr>
        <p:grpSpPr>
          <a:xfrm>
            <a:off x="263123" y="5514400"/>
            <a:ext cx="1525605" cy="469160"/>
            <a:chOff x="575131" y="2915110"/>
            <a:chExt cx="1525605" cy="469160"/>
          </a:xfrm>
        </p:grpSpPr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9745D7CA-575F-4B72-8113-8FAC82139EBD}"/>
                </a:ext>
              </a:extLst>
            </p:cNvPr>
            <p:cNvSpPr/>
            <p:nvPr/>
          </p:nvSpPr>
          <p:spPr>
            <a:xfrm>
              <a:off x="730843" y="2915110"/>
              <a:ext cx="1214754" cy="469160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B91D494-645F-47C4-A4AF-133FF404E588}"/>
                </a:ext>
              </a:extLst>
            </p:cNvPr>
            <p:cNvSpPr txBox="1"/>
            <p:nvPr/>
          </p:nvSpPr>
          <p:spPr>
            <a:xfrm>
              <a:off x="575131" y="2915110"/>
              <a:ext cx="15256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dirty="0"/>
                <a:t>CPU</a:t>
              </a:r>
              <a:endParaRPr lang="en-US" altLang="ko-KR" sz="1400" dirty="0"/>
            </a:p>
          </p:txBody>
        </p:sp>
      </p:grp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6BAD4DE5-4724-4ECD-9453-5655C8F6A13E}"/>
              </a:ext>
            </a:extLst>
          </p:cNvPr>
          <p:cNvCxnSpPr>
            <a:cxnSpLocks/>
          </p:cNvCxnSpPr>
          <p:nvPr/>
        </p:nvCxnSpPr>
        <p:spPr>
          <a:xfrm>
            <a:off x="200526" y="4489955"/>
            <a:ext cx="11462085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4C086F01-4437-45D8-9383-1009A0D43F79}"/>
              </a:ext>
            </a:extLst>
          </p:cNvPr>
          <p:cNvSpPr txBox="1"/>
          <p:nvPr/>
        </p:nvSpPr>
        <p:spPr>
          <a:xfrm>
            <a:off x="3456217" y="3875910"/>
            <a:ext cx="17113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연결정보 생성</a:t>
            </a:r>
            <a:endParaRPr lang="en-US" altLang="ko-KR" sz="1050" dirty="0"/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43D351E7-74C2-441B-B232-299486A80F18}"/>
              </a:ext>
            </a:extLst>
          </p:cNvPr>
          <p:cNvCxnSpPr>
            <a:cxnSpLocks/>
          </p:cNvCxnSpPr>
          <p:nvPr/>
        </p:nvCxnSpPr>
        <p:spPr>
          <a:xfrm>
            <a:off x="3327714" y="3518167"/>
            <a:ext cx="602602" cy="138998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B9590CB8-74E6-4A18-B2AE-1F195C4E6107}"/>
              </a:ext>
            </a:extLst>
          </p:cNvPr>
          <p:cNvCxnSpPr>
            <a:cxnSpLocks/>
          </p:cNvCxnSpPr>
          <p:nvPr/>
        </p:nvCxnSpPr>
        <p:spPr>
          <a:xfrm>
            <a:off x="5002997" y="5687127"/>
            <a:ext cx="1461971" cy="6922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C8041631-2AE6-40E5-BB30-0BF3C0CE0BA5}"/>
              </a:ext>
            </a:extLst>
          </p:cNvPr>
          <p:cNvSpPr txBox="1"/>
          <p:nvPr/>
        </p:nvSpPr>
        <p:spPr>
          <a:xfrm>
            <a:off x="4687128" y="5384577"/>
            <a:ext cx="17113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절단</a:t>
            </a:r>
            <a:endParaRPr lang="en-US" altLang="ko-KR" sz="1050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F4A0E88B-5E0D-4E43-80B3-CFAB12E7E073}"/>
              </a:ext>
            </a:extLst>
          </p:cNvPr>
          <p:cNvSpPr txBox="1"/>
          <p:nvPr/>
        </p:nvSpPr>
        <p:spPr>
          <a:xfrm>
            <a:off x="10061491" y="4805921"/>
            <a:ext cx="17113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 err="1"/>
              <a:t>셰이더</a:t>
            </a:r>
            <a:r>
              <a:rPr lang="ko-KR" altLang="en-US" sz="1600" dirty="0"/>
              <a:t> 전달</a:t>
            </a:r>
            <a:endParaRPr lang="en-US" altLang="ko-KR" sz="105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1C77145-5C74-4CAB-958F-795850A9B8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7711"/>
          <a:stretch/>
        </p:blipFill>
        <p:spPr>
          <a:xfrm>
            <a:off x="6571503" y="4562505"/>
            <a:ext cx="1882287" cy="888985"/>
          </a:xfrm>
          <a:prstGeom prst="rect">
            <a:avLst/>
          </a:prstGeom>
        </p:spPr>
      </p:pic>
      <p:pic>
        <p:nvPicPr>
          <p:cNvPr id="81" name="그림 80">
            <a:extLst>
              <a:ext uri="{FF2B5EF4-FFF2-40B4-BE49-F238E27FC236}">
                <a16:creationId xmlns:a16="http://schemas.microsoft.com/office/drawing/2014/main" id="{6B5B0727-6419-4DCA-8911-C0A3B41BBEA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0191"/>
          <a:stretch/>
        </p:blipFill>
        <p:spPr>
          <a:xfrm>
            <a:off x="6542432" y="5845988"/>
            <a:ext cx="1882287" cy="846815"/>
          </a:xfrm>
          <a:prstGeom prst="rect">
            <a:avLst/>
          </a:prstGeom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088D758F-EC2B-4459-A9A9-4274E4BCEF9C}"/>
              </a:ext>
            </a:extLst>
          </p:cNvPr>
          <p:cNvSpPr txBox="1"/>
          <p:nvPr/>
        </p:nvSpPr>
        <p:spPr>
          <a:xfrm>
            <a:off x="7780136" y="6105844"/>
            <a:ext cx="17544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Procedural mesh </a:t>
            </a:r>
          </a:p>
        </p:txBody>
      </p:sp>
      <p:cxnSp>
        <p:nvCxnSpPr>
          <p:cNvPr id="85" name="직선 화살표 연결선 84">
            <a:extLst>
              <a:ext uri="{FF2B5EF4-FFF2-40B4-BE49-F238E27FC236}">
                <a16:creationId xmlns:a16="http://schemas.microsoft.com/office/drawing/2014/main" id="{9D68F673-498E-452E-B572-744CEAEC09E5}"/>
              </a:ext>
            </a:extLst>
          </p:cNvPr>
          <p:cNvCxnSpPr>
            <a:cxnSpLocks/>
          </p:cNvCxnSpPr>
          <p:nvPr/>
        </p:nvCxnSpPr>
        <p:spPr>
          <a:xfrm flipV="1">
            <a:off x="5067063" y="5032991"/>
            <a:ext cx="1718748" cy="27855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78773660-362F-4B59-83B5-0CC9D8962F95}"/>
              </a:ext>
            </a:extLst>
          </p:cNvPr>
          <p:cNvSpPr txBox="1"/>
          <p:nvPr/>
        </p:nvSpPr>
        <p:spPr>
          <a:xfrm>
            <a:off x="8023242" y="4933920"/>
            <a:ext cx="17544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Procedural mesh </a:t>
            </a:r>
          </a:p>
        </p:txBody>
      </p:sp>
      <p:pic>
        <p:nvPicPr>
          <p:cNvPr id="88" name="그림 87">
            <a:extLst>
              <a:ext uri="{FF2B5EF4-FFF2-40B4-BE49-F238E27FC236}">
                <a16:creationId xmlns:a16="http://schemas.microsoft.com/office/drawing/2014/main" id="{5F5D1DEE-B60D-4CEF-AA81-F2A1C1AE36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7711"/>
          <a:stretch/>
        </p:blipFill>
        <p:spPr>
          <a:xfrm>
            <a:off x="9870732" y="2034618"/>
            <a:ext cx="1882287" cy="888985"/>
          </a:xfrm>
          <a:prstGeom prst="rect">
            <a:avLst/>
          </a:prstGeom>
        </p:spPr>
      </p:pic>
      <p:pic>
        <p:nvPicPr>
          <p:cNvPr id="89" name="그림 88">
            <a:extLst>
              <a:ext uri="{FF2B5EF4-FFF2-40B4-BE49-F238E27FC236}">
                <a16:creationId xmlns:a16="http://schemas.microsoft.com/office/drawing/2014/main" id="{D5960F25-A86F-4822-AF5E-BD3C48A1E1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0191"/>
          <a:stretch/>
        </p:blipFill>
        <p:spPr>
          <a:xfrm>
            <a:off x="9841661" y="3318101"/>
            <a:ext cx="1882287" cy="846815"/>
          </a:xfrm>
          <a:prstGeom prst="rect">
            <a:avLst/>
          </a:prstGeom>
        </p:spPr>
      </p:pic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4B61C070-B2B7-4BE5-B2E5-8225AB88BCC2}"/>
              </a:ext>
            </a:extLst>
          </p:cNvPr>
          <p:cNvCxnSpPr>
            <a:cxnSpLocks/>
          </p:cNvCxnSpPr>
          <p:nvPr/>
        </p:nvCxnSpPr>
        <p:spPr>
          <a:xfrm flipV="1">
            <a:off x="9614808" y="4215916"/>
            <a:ext cx="997045" cy="147121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236F9A97-69B3-4DAC-BE7D-9AB6A4E5E0F7}"/>
              </a:ext>
            </a:extLst>
          </p:cNvPr>
          <p:cNvSpPr txBox="1"/>
          <p:nvPr/>
        </p:nvSpPr>
        <p:spPr>
          <a:xfrm>
            <a:off x="10061491" y="1664473"/>
            <a:ext cx="17113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렌더링</a:t>
            </a:r>
            <a:endParaRPr lang="en-US" altLang="ko-KR" sz="1050" dirty="0"/>
          </a:p>
        </p:txBody>
      </p:sp>
    </p:spTree>
    <p:extLst>
      <p:ext uri="{BB962C8B-B14F-4D97-AF65-F5344CB8AC3E}">
        <p14:creationId xmlns:p14="http://schemas.microsoft.com/office/powerpoint/2010/main" val="1574576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F89706-019C-4C39-BBA6-E8A68DE04E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316" y="139323"/>
            <a:ext cx="9144000" cy="782805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altLang="ko-KR" sz="3200" b="1" dirty="0"/>
              <a:t>Procedural Mesh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0CF8209-C0A6-42F2-B0AB-8B135F6C938C}"/>
              </a:ext>
            </a:extLst>
          </p:cNvPr>
          <p:cNvCxnSpPr/>
          <p:nvPr/>
        </p:nvCxnSpPr>
        <p:spPr>
          <a:xfrm>
            <a:off x="120316" y="962233"/>
            <a:ext cx="1189522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789427E-A291-4294-97E6-BEB251603F5A}"/>
              </a:ext>
            </a:extLst>
          </p:cNvPr>
          <p:cNvSpPr txBox="1"/>
          <p:nvPr/>
        </p:nvSpPr>
        <p:spPr>
          <a:xfrm>
            <a:off x="120315" y="1012012"/>
            <a:ext cx="9557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그러나</a:t>
            </a:r>
            <a:r>
              <a:rPr lang="en-US" altLang="ko-KR" sz="2400" dirty="0"/>
              <a:t>, </a:t>
            </a:r>
            <a:r>
              <a:rPr lang="ko-KR" altLang="en-US" sz="2400" dirty="0"/>
              <a:t>절단 과정에는 인접 정보가 필요 없었다</a:t>
            </a:r>
            <a:r>
              <a:rPr lang="en-US" altLang="ko-KR" sz="2400" dirty="0"/>
              <a:t>.</a:t>
            </a:r>
            <a:endParaRPr lang="en-US" altLang="ko-KR" dirty="0"/>
          </a:p>
        </p:txBody>
      </p:sp>
      <p:pic>
        <p:nvPicPr>
          <p:cNvPr id="86" name="그림 85">
            <a:extLst>
              <a:ext uri="{FF2B5EF4-FFF2-40B4-BE49-F238E27FC236}">
                <a16:creationId xmlns:a16="http://schemas.microsoft.com/office/drawing/2014/main" id="{604D8BFD-0B4F-42EA-901B-41F05A100A5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68" b="15959"/>
          <a:stretch/>
        </p:blipFill>
        <p:spPr>
          <a:xfrm>
            <a:off x="196564" y="2021305"/>
            <a:ext cx="11742724" cy="3584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281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F89706-019C-4C39-BBA6-E8A68DE04E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316" y="139323"/>
            <a:ext cx="9144000" cy="782805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ko-KR" altLang="en-US" sz="3200" b="1" dirty="0"/>
              <a:t>절단 알고리즘 병렬화</a:t>
            </a:r>
            <a:endParaRPr lang="en-US" altLang="ko-KR" sz="3200" b="1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0CF8209-C0A6-42F2-B0AB-8B135F6C938C}"/>
              </a:ext>
            </a:extLst>
          </p:cNvPr>
          <p:cNvCxnSpPr/>
          <p:nvPr/>
        </p:nvCxnSpPr>
        <p:spPr>
          <a:xfrm>
            <a:off x="120316" y="962233"/>
            <a:ext cx="1189522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789427E-A291-4294-97E6-BEB251603F5A}"/>
              </a:ext>
            </a:extLst>
          </p:cNvPr>
          <p:cNvSpPr txBox="1"/>
          <p:nvPr/>
        </p:nvSpPr>
        <p:spPr>
          <a:xfrm>
            <a:off x="120315" y="1012012"/>
            <a:ext cx="8246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정점 정보를 </a:t>
            </a:r>
            <a:r>
              <a:rPr lang="en-US" altLang="ko-KR" sz="2400" dirty="0"/>
              <a:t>GPU </a:t>
            </a:r>
            <a:r>
              <a:rPr lang="ko-KR" altLang="en-US" sz="2400" dirty="0"/>
              <a:t>메모리에서 절단</a:t>
            </a:r>
            <a:endParaRPr lang="en-US" altLang="ko-KR" sz="1400" dirty="0"/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66D4DD6E-800B-4250-B14C-4EEBF6605060}"/>
              </a:ext>
            </a:extLst>
          </p:cNvPr>
          <p:cNvGrpSpPr/>
          <p:nvPr/>
        </p:nvGrpSpPr>
        <p:grpSpPr>
          <a:xfrm>
            <a:off x="2404126" y="2893996"/>
            <a:ext cx="1607264" cy="1742612"/>
            <a:chOff x="2146536" y="2015896"/>
            <a:chExt cx="1907936" cy="2068602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378046D8-BEE1-4DBE-846D-F06BF346E9F5}"/>
                </a:ext>
              </a:extLst>
            </p:cNvPr>
            <p:cNvGrpSpPr/>
            <p:nvPr/>
          </p:nvGrpSpPr>
          <p:grpSpPr>
            <a:xfrm>
              <a:off x="2194624" y="2015896"/>
              <a:ext cx="1811760" cy="1730048"/>
              <a:chOff x="2484118" y="2659112"/>
              <a:chExt cx="1922262" cy="1835567"/>
            </a:xfrm>
          </p:grpSpPr>
          <p:grpSp>
            <p:nvGrpSpPr>
              <p:cNvPr id="13" name="그룹 12">
                <a:extLst>
                  <a:ext uri="{FF2B5EF4-FFF2-40B4-BE49-F238E27FC236}">
                    <a16:creationId xmlns:a16="http://schemas.microsoft.com/office/drawing/2014/main" id="{4ABFB915-B4B7-4135-921A-5019BB175D35}"/>
                  </a:ext>
                </a:extLst>
              </p:cNvPr>
              <p:cNvGrpSpPr/>
              <p:nvPr/>
            </p:nvGrpSpPr>
            <p:grpSpPr>
              <a:xfrm>
                <a:off x="2567938" y="2742932"/>
                <a:ext cx="1744981" cy="1638568"/>
                <a:chOff x="1219199" y="2674352"/>
                <a:chExt cx="1149350" cy="1271998"/>
              </a:xfrm>
            </p:grpSpPr>
            <p:sp>
              <p:nvSpPr>
                <p:cNvPr id="3" name="이등변 삼각형 2">
                  <a:extLst>
                    <a:ext uri="{FF2B5EF4-FFF2-40B4-BE49-F238E27FC236}">
                      <a16:creationId xmlns:a16="http://schemas.microsoft.com/office/drawing/2014/main" id="{CC3B237A-01B1-4C20-9238-12A89E3FAEE5}"/>
                    </a:ext>
                  </a:extLst>
                </p:cNvPr>
                <p:cNvSpPr/>
                <p:nvPr/>
              </p:nvSpPr>
              <p:spPr>
                <a:xfrm>
                  <a:off x="1219199" y="2687053"/>
                  <a:ext cx="762000" cy="1259297"/>
                </a:xfrm>
                <a:prstGeom prst="triangl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2" name="이등변 삼각형 11">
                  <a:extLst>
                    <a:ext uri="{FF2B5EF4-FFF2-40B4-BE49-F238E27FC236}">
                      <a16:creationId xmlns:a16="http://schemas.microsoft.com/office/drawing/2014/main" id="{FF935FC5-1A14-4997-8BA8-2CC6366CC58D}"/>
                    </a:ext>
                  </a:extLst>
                </p:cNvPr>
                <p:cNvSpPr/>
                <p:nvPr/>
              </p:nvSpPr>
              <p:spPr>
                <a:xfrm rot="10800000">
                  <a:off x="1606549" y="2674352"/>
                  <a:ext cx="762000" cy="1259297"/>
                </a:xfrm>
                <a:prstGeom prst="triangl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4" name="타원 13">
                <a:extLst>
                  <a:ext uri="{FF2B5EF4-FFF2-40B4-BE49-F238E27FC236}">
                    <a16:creationId xmlns:a16="http://schemas.microsoft.com/office/drawing/2014/main" id="{B4CC34B5-EACD-4E27-AAEB-4BA5369E26CF}"/>
                  </a:ext>
                </a:extLst>
              </p:cNvPr>
              <p:cNvSpPr/>
              <p:nvPr/>
            </p:nvSpPr>
            <p:spPr>
              <a:xfrm>
                <a:off x="3062564" y="2659112"/>
                <a:ext cx="167640" cy="167640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타원 14">
                <a:extLst>
                  <a:ext uri="{FF2B5EF4-FFF2-40B4-BE49-F238E27FC236}">
                    <a16:creationId xmlns:a16="http://schemas.microsoft.com/office/drawing/2014/main" id="{3F603C23-F8D6-4626-B539-2F996AB66C5F}"/>
                  </a:ext>
                </a:extLst>
              </p:cNvPr>
              <p:cNvSpPr/>
              <p:nvPr/>
            </p:nvSpPr>
            <p:spPr>
              <a:xfrm>
                <a:off x="4238740" y="2659965"/>
                <a:ext cx="167640" cy="167640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" name="타원 15">
                <a:extLst>
                  <a:ext uri="{FF2B5EF4-FFF2-40B4-BE49-F238E27FC236}">
                    <a16:creationId xmlns:a16="http://schemas.microsoft.com/office/drawing/2014/main" id="{57FBDEEE-B375-4335-91C5-FCEC815F8ACB}"/>
                  </a:ext>
                </a:extLst>
              </p:cNvPr>
              <p:cNvSpPr/>
              <p:nvPr/>
            </p:nvSpPr>
            <p:spPr>
              <a:xfrm>
                <a:off x="3641011" y="4272578"/>
                <a:ext cx="167640" cy="167640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" name="타원 16">
                <a:extLst>
                  <a:ext uri="{FF2B5EF4-FFF2-40B4-BE49-F238E27FC236}">
                    <a16:creationId xmlns:a16="http://schemas.microsoft.com/office/drawing/2014/main" id="{23C1886F-48B8-43CE-862B-EC6D155F3362}"/>
                  </a:ext>
                </a:extLst>
              </p:cNvPr>
              <p:cNvSpPr/>
              <p:nvPr/>
            </p:nvSpPr>
            <p:spPr>
              <a:xfrm>
                <a:off x="3641011" y="4327039"/>
                <a:ext cx="167640" cy="167640"/>
              </a:xfrm>
              <a:prstGeom prst="ellipse">
                <a:avLst/>
              </a:prstGeom>
              <a:solidFill>
                <a:srgbClr val="FE9C08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8" name="타원 17">
                <a:extLst>
                  <a:ext uri="{FF2B5EF4-FFF2-40B4-BE49-F238E27FC236}">
                    <a16:creationId xmlns:a16="http://schemas.microsoft.com/office/drawing/2014/main" id="{18912A19-EAE7-44F0-B09A-EDFED34BEDA8}"/>
                  </a:ext>
                </a:extLst>
              </p:cNvPr>
              <p:cNvSpPr/>
              <p:nvPr/>
            </p:nvSpPr>
            <p:spPr>
              <a:xfrm>
                <a:off x="2484118" y="4288939"/>
                <a:ext cx="167640" cy="167640"/>
              </a:xfrm>
              <a:prstGeom prst="ellipse">
                <a:avLst/>
              </a:prstGeom>
              <a:solidFill>
                <a:srgbClr val="FE9C08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6FBE6A13-CFDD-452A-91F0-7D17E718558F}"/>
                  </a:ext>
                </a:extLst>
              </p:cNvPr>
              <p:cNvSpPr/>
              <p:nvPr/>
            </p:nvSpPr>
            <p:spPr>
              <a:xfrm>
                <a:off x="3006527" y="2696652"/>
                <a:ext cx="167640" cy="167640"/>
              </a:xfrm>
              <a:prstGeom prst="ellipse">
                <a:avLst/>
              </a:prstGeom>
              <a:solidFill>
                <a:srgbClr val="FE9C08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3D4E05B-1A44-4553-BBCB-7107C94650E4}"/>
                </a:ext>
              </a:extLst>
            </p:cNvPr>
            <p:cNvSpPr txBox="1"/>
            <p:nvPr/>
          </p:nvSpPr>
          <p:spPr>
            <a:xfrm>
              <a:off x="2146536" y="3745944"/>
              <a:ext cx="190793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/>
                <a:t>.</a:t>
              </a:r>
              <a:r>
                <a:rPr lang="en-US" altLang="ko-KR" sz="1400" dirty="0" err="1"/>
                <a:t>glb</a:t>
              </a:r>
              <a:r>
                <a:rPr lang="en-US" altLang="ko-KR" sz="1400" dirty="0"/>
                <a:t> (</a:t>
              </a:r>
              <a:r>
                <a:rPr lang="en-US" altLang="ko-KR" sz="1400" dirty="0" err="1"/>
                <a:t>m_DataBuffer</a:t>
              </a:r>
              <a:r>
                <a:rPr lang="en-US" altLang="ko-KR" sz="1400" dirty="0"/>
                <a:t>)</a:t>
              </a:r>
              <a:endParaRPr lang="ko-KR" altLang="en-US" sz="1400" dirty="0"/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22133D23-ADE1-4BD5-8E64-1A74C1E9058B}"/>
              </a:ext>
            </a:extLst>
          </p:cNvPr>
          <p:cNvSpPr txBox="1"/>
          <p:nvPr/>
        </p:nvSpPr>
        <p:spPr>
          <a:xfrm>
            <a:off x="7115275" y="3756022"/>
            <a:ext cx="15256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셰이더</a:t>
            </a:r>
            <a:r>
              <a:rPr lang="ko-KR" altLang="en-US" dirty="0"/>
              <a:t> 전달</a:t>
            </a:r>
            <a:endParaRPr lang="en-US" altLang="ko-KR" dirty="0"/>
          </a:p>
          <a:p>
            <a:pPr algn="ctr"/>
            <a:r>
              <a:rPr lang="en-US" altLang="ko-KR" dirty="0"/>
              <a:t>(VS)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8041631-2AE6-40E5-BB30-0BF3C0CE0BA5}"/>
              </a:ext>
            </a:extLst>
          </p:cNvPr>
          <p:cNvSpPr txBox="1"/>
          <p:nvPr/>
        </p:nvSpPr>
        <p:spPr>
          <a:xfrm>
            <a:off x="4022414" y="3618891"/>
            <a:ext cx="9410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절단</a:t>
            </a:r>
            <a:endParaRPr lang="en-US" altLang="ko-KR" sz="1050" dirty="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30578AB5-FAA7-44ED-92E2-927617C9826A}"/>
              </a:ext>
            </a:extLst>
          </p:cNvPr>
          <p:cNvSpPr txBox="1"/>
          <p:nvPr/>
        </p:nvSpPr>
        <p:spPr>
          <a:xfrm>
            <a:off x="5190695" y="1888307"/>
            <a:ext cx="1754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/>
              <a:t>GameObject</a:t>
            </a:r>
            <a:endParaRPr lang="ko-KR" altLang="en-US" dirty="0"/>
          </a:p>
        </p:txBody>
      </p:sp>
      <p:grpSp>
        <p:nvGrpSpPr>
          <p:cNvPr id="180" name="그룹 179">
            <a:extLst>
              <a:ext uri="{FF2B5EF4-FFF2-40B4-BE49-F238E27FC236}">
                <a16:creationId xmlns:a16="http://schemas.microsoft.com/office/drawing/2014/main" id="{ABBABF9F-B7D5-4DA8-A065-1EC87443EA8A}"/>
              </a:ext>
            </a:extLst>
          </p:cNvPr>
          <p:cNvGrpSpPr/>
          <p:nvPr/>
        </p:nvGrpSpPr>
        <p:grpSpPr>
          <a:xfrm>
            <a:off x="261430" y="3525944"/>
            <a:ext cx="1525605" cy="469160"/>
            <a:chOff x="575131" y="2915110"/>
            <a:chExt cx="1525605" cy="469160"/>
          </a:xfrm>
        </p:grpSpPr>
        <p:sp>
          <p:nvSpPr>
            <p:cNvPr id="181" name="사각형: 둥근 모서리 180">
              <a:extLst>
                <a:ext uri="{FF2B5EF4-FFF2-40B4-BE49-F238E27FC236}">
                  <a16:creationId xmlns:a16="http://schemas.microsoft.com/office/drawing/2014/main" id="{7AE7DC19-E572-4587-9431-EF96A366A51F}"/>
                </a:ext>
              </a:extLst>
            </p:cNvPr>
            <p:cNvSpPr/>
            <p:nvPr/>
          </p:nvSpPr>
          <p:spPr>
            <a:xfrm>
              <a:off x="730843" y="2915110"/>
              <a:ext cx="1214754" cy="469160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81B13517-86F5-4B6B-B036-10A23AFF0116}"/>
                </a:ext>
              </a:extLst>
            </p:cNvPr>
            <p:cNvSpPr txBox="1"/>
            <p:nvPr/>
          </p:nvSpPr>
          <p:spPr>
            <a:xfrm>
              <a:off x="575131" y="2915110"/>
              <a:ext cx="15256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dirty="0"/>
                <a:t>GPU</a:t>
              </a:r>
              <a:endParaRPr lang="en-US" altLang="ko-KR" sz="1400" dirty="0"/>
            </a:p>
          </p:txBody>
        </p:sp>
      </p:grpSp>
      <p:grpSp>
        <p:nvGrpSpPr>
          <p:cNvPr id="184" name="그룹 183">
            <a:extLst>
              <a:ext uri="{FF2B5EF4-FFF2-40B4-BE49-F238E27FC236}">
                <a16:creationId xmlns:a16="http://schemas.microsoft.com/office/drawing/2014/main" id="{FC370D8C-52E9-4127-8D9A-228784E4FA0F}"/>
              </a:ext>
            </a:extLst>
          </p:cNvPr>
          <p:cNvGrpSpPr/>
          <p:nvPr/>
        </p:nvGrpSpPr>
        <p:grpSpPr>
          <a:xfrm>
            <a:off x="5236280" y="2400951"/>
            <a:ext cx="1754462" cy="1316998"/>
            <a:chOff x="4845140" y="1921348"/>
            <a:chExt cx="1754462" cy="1316998"/>
          </a:xfrm>
        </p:grpSpPr>
        <p:pic>
          <p:nvPicPr>
            <p:cNvPr id="157" name="그림 156">
              <a:extLst>
                <a:ext uri="{FF2B5EF4-FFF2-40B4-BE49-F238E27FC236}">
                  <a16:creationId xmlns:a16="http://schemas.microsoft.com/office/drawing/2014/main" id="{20FCCC9C-64A6-411E-BBDB-C0E7F572436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4870" t="8420" r="5884" b="41747"/>
            <a:stretch/>
          </p:blipFill>
          <p:spPr>
            <a:xfrm>
              <a:off x="4874355" y="1921348"/>
              <a:ext cx="1696032" cy="1009221"/>
            </a:xfrm>
            <a:prstGeom prst="rect">
              <a:avLst/>
            </a:prstGeom>
          </p:spPr>
        </p:pic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0D052DEF-5126-4756-A06D-75B40CC8333B}"/>
                </a:ext>
              </a:extLst>
            </p:cNvPr>
            <p:cNvSpPr txBox="1"/>
            <p:nvPr/>
          </p:nvSpPr>
          <p:spPr>
            <a:xfrm>
              <a:off x="4845140" y="2930569"/>
              <a:ext cx="17544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 err="1"/>
                <a:t>MeshComponent</a:t>
              </a:r>
              <a:endParaRPr lang="ko-KR" altLang="en-US" sz="1400" dirty="0"/>
            </a:p>
          </p:txBody>
        </p:sp>
      </p:grpSp>
      <p:grpSp>
        <p:nvGrpSpPr>
          <p:cNvPr id="183" name="그룹 182">
            <a:extLst>
              <a:ext uri="{FF2B5EF4-FFF2-40B4-BE49-F238E27FC236}">
                <a16:creationId xmlns:a16="http://schemas.microsoft.com/office/drawing/2014/main" id="{AA0EA058-2FA7-434C-A35F-DFECA1828B6E}"/>
              </a:ext>
            </a:extLst>
          </p:cNvPr>
          <p:cNvGrpSpPr/>
          <p:nvPr/>
        </p:nvGrpSpPr>
        <p:grpSpPr>
          <a:xfrm>
            <a:off x="5236280" y="4511070"/>
            <a:ext cx="1754462" cy="1178872"/>
            <a:chOff x="4845140" y="4066243"/>
            <a:chExt cx="1754462" cy="1178872"/>
          </a:xfrm>
        </p:grpSpPr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7F343CEE-750B-46CD-A86F-90CD42321FC8}"/>
                </a:ext>
              </a:extLst>
            </p:cNvPr>
            <p:cNvSpPr txBox="1"/>
            <p:nvPr/>
          </p:nvSpPr>
          <p:spPr>
            <a:xfrm>
              <a:off x="4845140" y="4937338"/>
              <a:ext cx="175446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 err="1"/>
                <a:t>MeshComponent</a:t>
              </a:r>
              <a:endParaRPr lang="ko-KR" altLang="en-US" sz="1400" dirty="0"/>
            </a:p>
          </p:txBody>
        </p:sp>
        <p:pic>
          <p:nvPicPr>
            <p:cNvPr id="156" name="그림 155">
              <a:extLst>
                <a:ext uri="{FF2B5EF4-FFF2-40B4-BE49-F238E27FC236}">
                  <a16:creationId xmlns:a16="http://schemas.microsoft.com/office/drawing/2014/main" id="{3D9650BD-B111-4691-94FC-8DD6A11A458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649" t="53836" r="13220" b="-1011"/>
            <a:stretch/>
          </p:blipFill>
          <p:spPr>
            <a:xfrm>
              <a:off x="4845141" y="4066243"/>
              <a:ext cx="1754461" cy="920002"/>
            </a:xfrm>
            <a:prstGeom prst="rect">
              <a:avLst/>
            </a:prstGeom>
          </p:spPr>
        </p:pic>
      </p:grp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6AA6B956-1A8F-469E-B720-DF98950F0242}"/>
              </a:ext>
            </a:extLst>
          </p:cNvPr>
          <p:cNvSpPr/>
          <p:nvPr/>
        </p:nvSpPr>
        <p:spPr>
          <a:xfrm>
            <a:off x="5234801" y="2297622"/>
            <a:ext cx="1757421" cy="3596878"/>
          </a:xfrm>
          <a:prstGeom prst="round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B9590CB8-74E6-4A18-B2AE-1F195C4E6107}"/>
              </a:ext>
            </a:extLst>
          </p:cNvPr>
          <p:cNvCxnSpPr>
            <a:cxnSpLocks/>
          </p:cNvCxnSpPr>
          <p:nvPr/>
        </p:nvCxnSpPr>
        <p:spPr>
          <a:xfrm flipV="1">
            <a:off x="3866360" y="3000972"/>
            <a:ext cx="1531809" cy="71185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직선 화살표 연결선 149">
            <a:extLst>
              <a:ext uri="{FF2B5EF4-FFF2-40B4-BE49-F238E27FC236}">
                <a16:creationId xmlns:a16="http://schemas.microsoft.com/office/drawing/2014/main" id="{F1E50FDD-08D3-4AEA-B0CD-13B2D6ED0693}"/>
              </a:ext>
            </a:extLst>
          </p:cNvPr>
          <p:cNvCxnSpPr>
            <a:cxnSpLocks/>
          </p:cNvCxnSpPr>
          <p:nvPr/>
        </p:nvCxnSpPr>
        <p:spPr>
          <a:xfrm>
            <a:off x="3867225" y="3882199"/>
            <a:ext cx="1555007" cy="102186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0" name="그림 189">
            <a:extLst>
              <a:ext uri="{FF2B5EF4-FFF2-40B4-BE49-F238E27FC236}">
                <a16:creationId xmlns:a16="http://schemas.microsoft.com/office/drawing/2014/main" id="{E63FAF46-7EAC-4487-8234-D4515560A9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870" t="8420" r="5884" b="41747"/>
          <a:stretch/>
        </p:blipFill>
        <p:spPr>
          <a:xfrm>
            <a:off x="8728138" y="2368752"/>
            <a:ext cx="1696032" cy="1009221"/>
          </a:xfrm>
          <a:prstGeom prst="rect">
            <a:avLst/>
          </a:prstGeom>
        </p:spPr>
      </p:pic>
      <p:pic>
        <p:nvPicPr>
          <p:cNvPr id="191" name="그림 190">
            <a:extLst>
              <a:ext uri="{FF2B5EF4-FFF2-40B4-BE49-F238E27FC236}">
                <a16:creationId xmlns:a16="http://schemas.microsoft.com/office/drawing/2014/main" id="{0391333C-9A2F-4FEA-94DA-D2929318CC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49" t="53836" r="13220" b="-1011"/>
          <a:stretch/>
        </p:blipFill>
        <p:spPr>
          <a:xfrm>
            <a:off x="8669709" y="4622760"/>
            <a:ext cx="1754461" cy="920002"/>
          </a:xfrm>
          <a:prstGeom prst="rect">
            <a:avLst/>
          </a:prstGeom>
        </p:spPr>
      </p:pic>
      <p:cxnSp>
        <p:nvCxnSpPr>
          <p:cNvPr id="192" name="직선 화살표 연결선 191">
            <a:extLst>
              <a:ext uri="{FF2B5EF4-FFF2-40B4-BE49-F238E27FC236}">
                <a16:creationId xmlns:a16="http://schemas.microsoft.com/office/drawing/2014/main" id="{CA2BB0C2-0B4A-4077-8E35-BF7B9959D40D}"/>
              </a:ext>
            </a:extLst>
          </p:cNvPr>
          <p:cNvCxnSpPr>
            <a:cxnSpLocks/>
          </p:cNvCxnSpPr>
          <p:nvPr/>
        </p:nvCxnSpPr>
        <p:spPr>
          <a:xfrm flipV="1">
            <a:off x="7334258" y="2923802"/>
            <a:ext cx="1264311" cy="168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직선 화살표 연결선 194">
            <a:extLst>
              <a:ext uri="{FF2B5EF4-FFF2-40B4-BE49-F238E27FC236}">
                <a16:creationId xmlns:a16="http://schemas.microsoft.com/office/drawing/2014/main" id="{822B9F1A-811C-4EBA-8483-5DD006318DDE}"/>
              </a:ext>
            </a:extLst>
          </p:cNvPr>
          <p:cNvCxnSpPr>
            <a:cxnSpLocks/>
          </p:cNvCxnSpPr>
          <p:nvPr/>
        </p:nvCxnSpPr>
        <p:spPr>
          <a:xfrm flipV="1">
            <a:off x="7334258" y="5059238"/>
            <a:ext cx="1264311" cy="168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TextBox 210">
            <a:extLst>
              <a:ext uri="{FF2B5EF4-FFF2-40B4-BE49-F238E27FC236}">
                <a16:creationId xmlns:a16="http://schemas.microsoft.com/office/drawing/2014/main" id="{08D5B2D9-B572-4918-8D58-8AA5D56C322A}"/>
              </a:ext>
            </a:extLst>
          </p:cNvPr>
          <p:cNvSpPr txBox="1"/>
          <p:nvPr/>
        </p:nvSpPr>
        <p:spPr>
          <a:xfrm>
            <a:off x="8596774" y="1787350"/>
            <a:ext cx="1754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/>
              <a:t>GameObject</a:t>
            </a:r>
            <a:endParaRPr lang="ko-KR" altLang="en-US" dirty="0"/>
          </a:p>
        </p:txBody>
      </p:sp>
      <p:sp>
        <p:nvSpPr>
          <p:cNvPr id="212" name="사각형: 둥근 모서리 211">
            <a:extLst>
              <a:ext uri="{FF2B5EF4-FFF2-40B4-BE49-F238E27FC236}">
                <a16:creationId xmlns:a16="http://schemas.microsoft.com/office/drawing/2014/main" id="{60FB4D2A-BF80-4877-A9D7-ED59DFCC9761}"/>
              </a:ext>
            </a:extLst>
          </p:cNvPr>
          <p:cNvSpPr/>
          <p:nvPr/>
        </p:nvSpPr>
        <p:spPr>
          <a:xfrm>
            <a:off x="8675934" y="2196665"/>
            <a:ext cx="1757421" cy="3596878"/>
          </a:xfrm>
          <a:prstGeom prst="round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BA177D3B-6DA1-483B-BDD2-91F4B0E99BFC}"/>
              </a:ext>
            </a:extLst>
          </p:cNvPr>
          <p:cNvSpPr txBox="1"/>
          <p:nvPr/>
        </p:nvSpPr>
        <p:spPr>
          <a:xfrm>
            <a:off x="8791843" y="5894500"/>
            <a:ext cx="15256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Rendering</a:t>
            </a:r>
          </a:p>
        </p:txBody>
      </p:sp>
    </p:spTree>
    <p:extLst>
      <p:ext uri="{BB962C8B-B14F-4D97-AF65-F5344CB8AC3E}">
        <p14:creationId xmlns:p14="http://schemas.microsoft.com/office/powerpoint/2010/main" val="2696695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66BC733E-5F16-461F-B956-283C064762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4990" y="1748589"/>
            <a:ext cx="8785871" cy="478054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4F89706-019C-4C39-BBA6-E8A68DE04E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316" y="139323"/>
            <a:ext cx="9144000" cy="782805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ko-KR" altLang="en-US" sz="3200" b="1" dirty="0"/>
              <a:t>절단 알고리즘 병렬화</a:t>
            </a:r>
            <a:endParaRPr lang="en-US" altLang="ko-KR" sz="3200" b="1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0CF8209-C0A6-42F2-B0AB-8B135F6C938C}"/>
              </a:ext>
            </a:extLst>
          </p:cNvPr>
          <p:cNvCxnSpPr/>
          <p:nvPr/>
        </p:nvCxnSpPr>
        <p:spPr>
          <a:xfrm>
            <a:off x="120316" y="962233"/>
            <a:ext cx="1189522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05B9F96-1666-43EF-95CB-49B312FBF520}"/>
              </a:ext>
            </a:extLst>
          </p:cNvPr>
          <p:cNvSpPr txBox="1"/>
          <p:nvPr/>
        </p:nvSpPr>
        <p:spPr>
          <a:xfrm>
            <a:off x="120316" y="1012012"/>
            <a:ext cx="3609474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Divide and Conquer</a:t>
            </a:r>
          </a:p>
          <a:p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없는 정점으로 다각형을 분할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각 다각형에 스레드 할당</a:t>
            </a:r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6FE5F1-25EB-4940-8064-718923BE89CF}"/>
              </a:ext>
            </a:extLst>
          </p:cNvPr>
          <p:cNvSpPr txBox="1"/>
          <p:nvPr/>
        </p:nvSpPr>
        <p:spPr>
          <a:xfrm>
            <a:off x="0" y="6396335"/>
            <a:ext cx="36094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유효한 대각선을 찾는 것보다 새로운 정점을 생성</a:t>
            </a:r>
            <a:r>
              <a:rPr lang="en-US" altLang="ko-KR" sz="1200" dirty="0"/>
              <a:t>, </a:t>
            </a:r>
            <a:r>
              <a:rPr lang="ko-KR" altLang="en-US" sz="1200" dirty="0"/>
              <a:t>제거하는 비용이 더 유리하기 때문</a:t>
            </a:r>
            <a:endParaRPr lang="en-US" altLang="ko-KR" sz="1050" dirty="0"/>
          </a:p>
        </p:txBody>
      </p:sp>
    </p:spTree>
    <p:extLst>
      <p:ext uri="{BB962C8B-B14F-4D97-AF65-F5344CB8AC3E}">
        <p14:creationId xmlns:p14="http://schemas.microsoft.com/office/powerpoint/2010/main" val="783318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F89706-019C-4C39-BBA6-E8A68DE04E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316" y="139323"/>
            <a:ext cx="9144000" cy="782805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ko-KR" altLang="en-US" sz="3200" b="1" dirty="0"/>
              <a:t>절단 알고리즘 병렬화</a:t>
            </a:r>
            <a:endParaRPr lang="en-US" altLang="ko-KR" sz="3200" b="1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0CF8209-C0A6-42F2-B0AB-8B135F6C938C}"/>
              </a:ext>
            </a:extLst>
          </p:cNvPr>
          <p:cNvCxnSpPr/>
          <p:nvPr/>
        </p:nvCxnSpPr>
        <p:spPr>
          <a:xfrm>
            <a:off x="120316" y="962233"/>
            <a:ext cx="1189522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CB706906-5CE4-4AD5-AF8A-A45E6F6FA7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1784" y="1849797"/>
            <a:ext cx="9308431" cy="49279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077DD1F-709F-47DD-9E84-C825EFB5B23B}"/>
              </a:ext>
            </a:extLst>
          </p:cNvPr>
          <p:cNvSpPr txBox="1"/>
          <p:nvPr/>
        </p:nvSpPr>
        <p:spPr>
          <a:xfrm>
            <a:off x="120316" y="1012012"/>
            <a:ext cx="6079958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Partition and Cut</a:t>
            </a:r>
          </a:p>
          <a:p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이미 존재하는 정점을 기준으로 분할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공통 영역을 제외한 나머지 영역에 스레드 할당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30576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F89706-019C-4C39-BBA6-E8A68DE04E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316" y="139323"/>
            <a:ext cx="9144000" cy="782805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ko-KR" altLang="en-US" sz="3200" b="1" dirty="0"/>
              <a:t>절단 알고리즘 병렬화</a:t>
            </a:r>
            <a:endParaRPr lang="en-US" altLang="ko-KR" sz="3200" b="1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0CF8209-C0A6-42F2-B0AB-8B135F6C938C}"/>
              </a:ext>
            </a:extLst>
          </p:cNvPr>
          <p:cNvCxnSpPr/>
          <p:nvPr/>
        </p:nvCxnSpPr>
        <p:spPr>
          <a:xfrm>
            <a:off x="120316" y="962233"/>
            <a:ext cx="1189522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9D3824BA-E1E0-46B7-8E89-621B81710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895" y="1544053"/>
            <a:ext cx="9986210" cy="49931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99C1FAC-E56F-44F3-B21D-BEF78592B4BC}"/>
              </a:ext>
            </a:extLst>
          </p:cNvPr>
          <p:cNvSpPr txBox="1"/>
          <p:nvPr/>
        </p:nvSpPr>
        <p:spPr>
          <a:xfrm>
            <a:off x="120316" y="1012013"/>
            <a:ext cx="8502316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Mark and Cut</a:t>
            </a:r>
          </a:p>
          <a:p>
            <a:endParaRPr lang="en-US" altLang="ko-KR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볼록한 정점을 격순으로 표시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각 볼록한 정점에 스레드 할당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78787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F89706-019C-4C39-BBA6-E8A68DE04E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316" y="139323"/>
            <a:ext cx="9144000" cy="782805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ko-KR" altLang="en-US" sz="3200" b="1" dirty="0"/>
              <a:t>절단 알고리즘 병렬화</a:t>
            </a:r>
            <a:endParaRPr lang="en-US" altLang="ko-KR" sz="3200" b="1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0CF8209-C0A6-42F2-B0AB-8B135F6C938C}"/>
              </a:ext>
            </a:extLst>
          </p:cNvPr>
          <p:cNvCxnSpPr/>
          <p:nvPr/>
        </p:nvCxnSpPr>
        <p:spPr>
          <a:xfrm>
            <a:off x="120316" y="962233"/>
            <a:ext cx="1189522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99C1FAC-E56F-44F3-B21D-BEF78592B4BC}"/>
              </a:ext>
            </a:extLst>
          </p:cNvPr>
          <p:cNvSpPr txBox="1"/>
          <p:nvPr/>
        </p:nvSpPr>
        <p:spPr>
          <a:xfrm>
            <a:off x="120316" y="1012013"/>
            <a:ext cx="850231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Mark and Cut</a:t>
            </a:r>
          </a:p>
          <a:p>
            <a:endParaRPr lang="en-US" altLang="ko-KR" sz="1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가장 높은 병렬화 정도를 지원하는 방법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정점의 개수에 비례하여 병렬화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CF905BD-07A5-4F8B-99A7-1EE3121D59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3632" y="1747175"/>
            <a:ext cx="9368587" cy="4822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199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F89706-019C-4C39-BBA6-E8A68DE04E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316" y="139323"/>
            <a:ext cx="9144000" cy="782805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ko-KR" altLang="en-US" sz="3200" b="1" dirty="0"/>
              <a:t>절단 알고리즘 병렬화</a:t>
            </a:r>
            <a:endParaRPr lang="en-US" altLang="ko-KR" sz="3200" b="1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0CF8209-C0A6-42F2-B0AB-8B135F6C938C}"/>
              </a:ext>
            </a:extLst>
          </p:cNvPr>
          <p:cNvCxnSpPr/>
          <p:nvPr/>
        </p:nvCxnSpPr>
        <p:spPr>
          <a:xfrm>
            <a:off x="120316" y="962233"/>
            <a:ext cx="1189522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21C81D9F-0E5A-40CE-B873-C23D40483C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2941"/>
          <a:stretch/>
        </p:blipFill>
        <p:spPr>
          <a:xfrm>
            <a:off x="710377" y="1227222"/>
            <a:ext cx="10771245" cy="345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685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99C1FAC-E56F-44F3-B21D-BEF78592B4BC}"/>
              </a:ext>
            </a:extLst>
          </p:cNvPr>
          <p:cNvSpPr txBox="1"/>
          <p:nvPr/>
        </p:nvSpPr>
        <p:spPr>
          <a:xfrm>
            <a:off x="120316" y="1012013"/>
            <a:ext cx="10052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물리엔진이 </a:t>
            </a:r>
            <a:r>
              <a:rPr lang="en-US" altLang="ko-KR" dirty="0"/>
              <a:t>CPU</a:t>
            </a:r>
            <a:r>
              <a:rPr lang="ko-KR" altLang="en-US" dirty="0"/>
              <a:t>에서 시뮬레이션하기 때문에 </a:t>
            </a:r>
            <a:r>
              <a:rPr lang="en-US" altLang="ko-KR" dirty="0"/>
              <a:t>Convex </a:t>
            </a:r>
            <a:r>
              <a:rPr lang="ko-KR" altLang="en-US" dirty="0"/>
              <a:t>생성</a:t>
            </a:r>
            <a:r>
              <a:rPr lang="en-US" altLang="ko-KR" dirty="0"/>
              <a:t>, </a:t>
            </a:r>
            <a:r>
              <a:rPr lang="ko-KR" altLang="en-US" dirty="0"/>
              <a:t>절단과정 모두 </a:t>
            </a:r>
            <a:r>
              <a:rPr lang="en-US" altLang="ko-KR" dirty="0"/>
              <a:t>CPU</a:t>
            </a:r>
            <a:r>
              <a:rPr lang="ko-KR" altLang="en-US" dirty="0"/>
              <a:t>에서 수행</a:t>
            </a:r>
            <a:endParaRPr lang="en-US" alt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4F89706-019C-4C39-BBA6-E8A68DE04E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316" y="139323"/>
            <a:ext cx="9144000" cy="782805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altLang="ko-KR" sz="3200" b="1" dirty="0"/>
              <a:t>Jolt </a:t>
            </a:r>
            <a:r>
              <a:rPr lang="ko-KR" altLang="en-US" sz="3200" b="1" dirty="0"/>
              <a:t>물리 엔진 적용</a:t>
            </a:r>
            <a:endParaRPr lang="en-US" altLang="ko-KR" sz="3200" b="1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0CF8209-C0A6-42F2-B0AB-8B135F6C938C}"/>
              </a:ext>
            </a:extLst>
          </p:cNvPr>
          <p:cNvCxnSpPr/>
          <p:nvPr/>
        </p:nvCxnSpPr>
        <p:spPr>
          <a:xfrm>
            <a:off x="120316" y="962233"/>
            <a:ext cx="1189522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DB3642C-9FC7-4BBA-A50C-4770D77E2A78}"/>
              </a:ext>
            </a:extLst>
          </p:cNvPr>
          <p:cNvSpPr txBox="1"/>
          <p:nvPr/>
        </p:nvSpPr>
        <p:spPr>
          <a:xfrm>
            <a:off x="2166821" y="5019605"/>
            <a:ext cx="1607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Convex </a:t>
            </a:r>
            <a:r>
              <a:rPr lang="ko-KR" altLang="en-US" sz="1400" dirty="0"/>
              <a:t>생성</a:t>
            </a:r>
            <a:endParaRPr lang="en-US" altLang="ko-KR" sz="1400" dirty="0"/>
          </a:p>
          <a:p>
            <a:pPr algn="ctr"/>
            <a:r>
              <a:rPr lang="en-US" altLang="ko-KR" sz="1400" dirty="0"/>
              <a:t>(18-DOP)</a:t>
            </a:r>
            <a:endParaRPr lang="ko-KR" alt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FD572F-787A-4896-BB69-A1AF274ED8C3}"/>
              </a:ext>
            </a:extLst>
          </p:cNvPr>
          <p:cNvSpPr txBox="1"/>
          <p:nvPr/>
        </p:nvSpPr>
        <p:spPr>
          <a:xfrm>
            <a:off x="4290438" y="4024920"/>
            <a:ext cx="1194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절단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3E9AB5F3-0EAC-4055-B426-E90ECE18BB11}"/>
              </a:ext>
            </a:extLst>
          </p:cNvPr>
          <p:cNvGrpSpPr/>
          <p:nvPr/>
        </p:nvGrpSpPr>
        <p:grpSpPr>
          <a:xfrm>
            <a:off x="233040" y="3760524"/>
            <a:ext cx="1525605" cy="469160"/>
            <a:chOff x="575131" y="2915110"/>
            <a:chExt cx="1525605" cy="469160"/>
          </a:xfrm>
        </p:grpSpPr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3A6100F2-F5F9-43FC-8A88-58601D2F88DC}"/>
                </a:ext>
              </a:extLst>
            </p:cNvPr>
            <p:cNvSpPr/>
            <p:nvPr/>
          </p:nvSpPr>
          <p:spPr>
            <a:xfrm>
              <a:off x="730843" y="2915110"/>
              <a:ext cx="1214754" cy="469160"/>
            </a:xfrm>
            <a:prstGeom prst="round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44C557A-B571-462A-B223-C70675467189}"/>
                </a:ext>
              </a:extLst>
            </p:cNvPr>
            <p:cNvSpPr txBox="1"/>
            <p:nvPr/>
          </p:nvSpPr>
          <p:spPr>
            <a:xfrm>
              <a:off x="575131" y="2915110"/>
              <a:ext cx="15256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dirty="0"/>
                <a:t>CPU</a:t>
              </a:r>
              <a:endParaRPr lang="en-US" altLang="ko-KR" sz="1400" dirty="0"/>
            </a:p>
          </p:txBody>
        </p:sp>
      </p:grp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45EE8B0E-D503-48D7-93FD-105A96F2945E}"/>
              </a:ext>
            </a:extLst>
          </p:cNvPr>
          <p:cNvSpPr/>
          <p:nvPr/>
        </p:nvSpPr>
        <p:spPr>
          <a:xfrm>
            <a:off x="1947429" y="2809028"/>
            <a:ext cx="2046047" cy="2830874"/>
          </a:xfrm>
          <a:prstGeom prst="round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FB0F6EA-D607-4D3E-B438-572E6566EFF3}"/>
              </a:ext>
            </a:extLst>
          </p:cNvPr>
          <p:cNvSpPr txBox="1"/>
          <p:nvPr/>
        </p:nvSpPr>
        <p:spPr>
          <a:xfrm>
            <a:off x="5849361" y="1539925"/>
            <a:ext cx="1754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/>
              <a:t>GameObject</a:t>
            </a:r>
            <a:endParaRPr lang="ko-KR" altLang="en-US" dirty="0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BCC73FD7-0304-4A63-9BC7-D2425EA02F34}"/>
              </a:ext>
            </a:extLst>
          </p:cNvPr>
          <p:cNvSpPr/>
          <p:nvPr/>
        </p:nvSpPr>
        <p:spPr>
          <a:xfrm>
            <a:off x="5535382" y="1942269"/>
            <a:ext cx="2382421" cy="4517524"/>
          </a:xfrm>
          <a:prstGeom prst="roundRect">
            <a:avLst/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24B4E14-631D-4D87-8C96-4ADFDEDA9E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160" y="3144244"/>
            <a:ext cx="1826587" cy="1761352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A6B95E69-DD92-4E69-861F-83E20FDE63E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47031"/>
          <a:stretch/>
        </p:blipFill>
        <p:spPr>
          <a:xfrm>
            <a:off x="5688863" y="2146147"/>
            <a:ext cx="2075458" cy="1518746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EE8A77B-4402-4AF7-9E18-BEB7700D903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1681"/>
          <a:stretch/>
        </p:blipFill>
        <p:spPr>
          <a:xfrm>
            <a:off x="5717716" y="4394252"/>
            <a:ext cx="2063214" cy="1655098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98E33BD3-F88A-4C98-8DEC-535FFD14B860}"/>
              </a:ext>
            </a:extLst>
          </p:cNvPr>
          <p:cNvSpPr txBox="1"/>
          <p:nvPr/>
        </p:nvSpPr>
        <p:spPr>
          <a:xfrm>
            <a:off x="2065265" y="2399888"/>
            <a:ext cx="1754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Initialize</a:t>
            </a:r>
            <a:endParaRPr lang="ko-KR" altLang="en-US" dirty="0"/>
          </a:p>
        </p:txBody>
      </p:sp>
      <p:pic>
        <p:nvPicPr>
          <p:cNvPr id="53" name="20261029-0647-56.0126166">
            <a:hlinkClick r:id="" action="ppaction://media"/>
            <a:extLst>
              <a:ext uri="{FF2B5EF4-FFF2-40B4-BE49-F238E27FC236}">
                <a16:creationId xmlns:a16="http://schemas.microsoft.com/office/drawing/2014/main" id="{B33BBDED-0A72-45F6-BE51-BF8E5840A69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726561" y="2040610"/>
            <a:ext cx="3232399" cy="4149766"/>
          </a:xfrm>
          <a:prstGeom prst="rect">
            <a:avLst/>
          </a:prstGeom>
        </p:spPr>
      </p:pic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A6FD4C2F-D50F-4E0C-A952-2CC47B1DE09A}"/>
              </a:ext>
            </a:extLst>
          </p:cNvPr>
          <p:cNvCxnSpPr>
            <a:cxnSpLocks/>
          </p:cNvCxnSpPr>
          <p:nvPr/>
        </p:nvCxnSpPr>
        <p:spPr>
          <a:xfrm flipV="1">
            <a:off x="4088803" y="3141271"/>
            <a:ext cx="1510599" cy="72562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1E1FA8F1-DDAD-4F30-A920-B0DF2205D141}"/>
              </a:ext>
            </a:extLst>
          </p:cNvPr>
          <p:cNvCxnSpPr>
            <a:cxnSpLocks/>
          </p:cNvCxnSpPr>
          <p:nvPr/>
        </p:nvCxnSpPr>
        <p:spPr>
          <a:xfrm>
            <a:off x="4103139" y="4525372"/>
            <a:ext cx="1477705" cy="74543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82523372-9E4C-4A92-ABE7-9B4079F54A19}"/>
              </a:ext>
            </a:extLst>
          </p:cNvPr>
          <p:cNvSpPr txBox="1"/>
          <p:nvPr/>
        </p:nvSpPr>
        <p:spPr>
          <a:xfrm>
            <a:off x="9465529" y="1539925"/>
            <a:ext cx="1754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Simulation</a:t>
            </a:r>
            <a:endParaRPr lang="ko-KR" alt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699FCAB-BB85-4CB1-BA89-E43C4E05B88A}"/>
              </a:ext>
            </a:extLst>
          </p:cNvPr>
          <p:cNvSpPr txBox="1"/>
          <p:nvPr/>
        </p:nvSpPr>
        <p:spPr>
          <a:xfrm>
            <a:off x="5849361" y="3682228"/>
            <a:ext cx="17544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Mesh</a:t>
            </a:r>
            <a:r>
              <a:rPr lang="ko-KR" altLang="en-US" sz="1400" dirty="0"/>
              <a:t> </a:t>
            </a:r>
            <a:r>
              <a:rPr lang="en-US" altLang="ko-KR" sz="1400" dirty="0"/>
              <a:t>Component</a:t>
            </a:r>
            <a:endParaRPr lang="ko-KR" altLang="en-US" sz="1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762CA51-CDC0-4E40-8461-477549896F2D}"/>
              </a:ext>
            </a:extLst>
          </p:cNvPr>
          <p:cNvSpPr txBox="1"/>
          <p:nvPr/>
        </p:nvSpPr>
        <p:spPr>
          <a:xfrm>
            <a:off x="5849361" y="6100683"/>
            <a:ext cx="17544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Mesh</a:t>
            </a:r>
            <a:r>
              <a:rPr lang="ko-KR" altLang="en-US" sz="1400" dirty="0"/>
              <a:t> </a:t>
            </a:r>
            <a:r>
              <a:rPr lang="en-US" altLang="ko-KR" sz="1400" dirty="0"/>
              <a:t>Component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988025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00" fill="hold"/>
                                        <p:tgtEl>
                                          <p:spTgt spid="5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F89706-019C-4C39-BBA6-E8A68DE04E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316" y="139323"/>
            <a:ext cx="9144000" cy="782805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ko-KR" altLang="en-US" sz="3200" b="1" dirty="0"/>
              <a:t>결과</a:t>
            </a:r>
            <a:endParaRPr lang="en-US" altLang="ko-KR" sz="3200" b="1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0CF8209-C0A6-42F2-B0AB-8B135F6C938C}"/>
              </a:ext>
            </a:extLst>
          </p:cNvPr>
          <p:cNvCxnSpPr/>
          <p:nvPr/>
        </p:nvCxnSpPr>
        <p:spPr>
          <a:xfrm>
            <a:off x="120316" y="962233"/>
            <a:ext cx="1189522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final">
            <a:hlinkClick r:id="" action="ppaction://media"/>
            <a:extLst>
              <a:ext uri="{FF2B5EF4-FFF2-40B4-BE49-F238E27FC236}">
                <a16:creationId xmlns:a16="http://schemas.microsoft.com/office/drawing/2014/main" id="{EB4976C0-383D-46F5-A9EE-61A89EBFFF9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579276" y="1186542"/>
            <a:ext cx="9033447" cy="5302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442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86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F89706-019C-4C39-BBA6-E8A68DE04E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316" y="139323"/>
            <a:ext cx="9144000" cy="782805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ko-KR" altLang="en-US" sz="3200" b="1" dirty="0" err="1"/>
              <a:t>스켈레탈</a:t>
            </a:r>
            <a:r>
              <a:rPr lang="ko-KR" altLang="en-US" sz="3200" b="1" dirty="0"/>
              <a:t> 메시</a:t>
            </a:r>
            <a:r>
              <a:rPr lang="en-US" altLang="ko-KR" sz="3200" b="1" dirty="0"/>
              <a:t> </a:t>
            </a:r>
            <a:r>
              <a:rPr lang="ko-KR" altLang="en-US" sz="3200" b="1" dirty="0"/>
              <a:t>절단 과정</a:t>
            </a:r>
            <a:endParaRPr lang="en-US" altLang="ko-KR" sz="3200" b="1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0CF8209-C0A6-42F2-B0AB-8B135F6C938C}"/>
              </a:ext>
            </a:extLst>
          </p:cNvPr>
          <p:cNvCxnSpPr/>
          <p:nvPr/>
        </p:nvCxnSpPr>
        <p:spPr>
          <a:xfrm>
            <a:off x="120316" y="962233"/>
            <a:ext cx="1189522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>
            <a:extLst>
              <a:ext uri="{FF2B5EF4-FFF2-40B4-BE49-F238E27FC236}">
                <a16:creationId xmlns:a16="http://schemas.microsoft.com/office/drawing/2014/main" id="{DD9635EF-481D-4C4A-912B-CE08107E0F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159" y="1449803"/>
            <a:ext cx="4829472" cy="505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442EA23B-8886-48B3-8020-56E485D0E7CE}"/>
              </a:ext>
            </a:extLst>
          </p:cNvPr>
          <p:cNvGrpSpPr/>
          <p:nvPr/>
        </p:nvGrpSpPr>
        <p:grpSpPr>
          <a:xfrm>
            <a:off x="6067926" y="1370386"/>
            <a:ext cx="4631791" cy="5004389"/>
            <a:chOff x="6830547" y="1449803"/>
            <a:chExt cx="4631791" cy="5004389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37594BC3-365D-4E1A-A25B-604416641FE3}"/>
                </a:ext>
              </a:extLst>
            </p:cNvPr>
            <p:cNvSpPr/>
            <p:nvPr/>
          </p:nvSpPr>
          <p:spPr>
            <a:xfrm>
              <a:off x="8873540" y="1449803"/>
              <a:ext cx="546685" cy="75046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0F7CE4E1-D3B6-4EC4-A822-51D35BB4E517}"/>
                </a:ext>
              </a:extLst>
            </p:cNvPr>
            <p:cNvSpPr/>
            <p:nvPr/>
          </p:nvSpPr>
          <p:spPr>
            <a:xfrm>
              <a:off x="8648700" y="2193633"/>
              <a:ext cx="996364" cy="186978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CA65B495-2159-4215-B8E8-F308274FA49C}"/>
                </a:ext>
              </a:extLst>
            </p:cNvPr>
            <p:cNvSpPr/>
            <p:nvPr/>
          </p:nvSpPr>
          <p:spPr>
            <a:xfrm>
              <a:off x="8648700" y="4061411"/>
              <a:ext cx="394286" cy="1295399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8CF7E2DC-9169-40B7-926C-D44E94172E4B}"/>
                </a:ext>
              </a:extLst>
            </p:cNvPr>
            <p:cNvSpPr/>
            <p:nvPr/>
          </p:nvSpPr>
          <p:spPr>
            <a:xfrm>
              <a:off x="8647821" y="5356812"/>
              <a:ext cx="394286" cy="10973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사각형: 둥근 모서리 43">
              <a:extLst>
                <a:ext uri="{FF2B5EF4-FFF2-40B4-BE49-F238E27FC236}">
                  <a16:creationId xmlns:a16="http://schemas.microsoft.com/office/drawing/2014/main" id="{92836239-5C43-4F63-B65C-0CC521E48637}"/>
                </a:ext>
              </a:extLst>
            </p:cNvPr>
            <p:cNvSpPr/>
            <p:nvPr/>
          </p:nvSpPr>
          <p:spPr>
            <a:xfrm>
              <a:off x="9250778" y="4061412"/>
              <a:ext cx="394286" cy="1295399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id="{F8DADB7E-A23C-411D-A7C2-4481A3660562}"/>
                </a:ext>
              </a:extLst>
            </p:cNvPr>
            <p:cNvSpPr/>
            <p:nvPr/>
          </p:nvSpPr>
          <p:spPr>
            <a:xfrm>
              <a:off x="9250778" y="5356810"/>
              <a:ext cx="394286" cy="10973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A3FAC499-BDA3-4944-B2F6-733FAA5A0B57}"/>
                </a:ext>
              </a:extLst>
            </p:cNvPr>
            <p:cNvSpPr/>
            <p:nvPr/>
          </p:nvSpPr>
          <p:spPr>
            <a:xfrm rot="16200000">
              <a:off x="9958387" y="1994146"/>
              <a:ext cx="281991" cy="908637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012EA92D-D990-4953-AAFC-0E55510C0ABD}"/>
                </a:ext>
              </a:extLst>
            </p:cNvPr>
            <p:cNvSpPr/>
            <p:nvPr/>
          </p:nvSpPr>
          <p:spPr>
            <a:xfrm rot="16200000">
              <a:off x="10867024" y="1987508"/>
              <a:ext cx="281991" cy="908637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사각형: 둥근 모서리 48">
              <a:extLst>
                <a:ext uri="{FF2B5EF4-FFF2-40B4-BE49-F238E27FC236}">
                  <a16:creationId xmlns:a16="http://schemas.microsoft.com/office/drawing/2014/main" id="{83125681-D689-4EC6-8CB3-81BCA8930AF4}"/>
                </a:ext>
              </a:extLst>
            </p:cNvPr>
            <p:cNvSpPr/>
            <p:nvPr/>
          </p:nvSpPr>
          <p:spPr>
            <a:xfrm rot="16200000">
              <a:off x="7143870" y="1994147"/>
              <a:ext cx="281991" cy="908637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FAD3326F-66FB-45A6-BADB-7276616206AB}"/>
                </a:ext>
              </a:extLst>
            </p:cNvPr>
            <p:cNvSpPr/>
            <p:nvPr/>
          </p:nvSpPr>
          <p:spPr>
            <a:xfrm rot="16200000">
              <a:off x="8052507" y="1987509"/>
              <a:ext cx="281991" cy="908637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57B2638F-74CA-436E-9B41-B4EBB4A2EA9A}"/>
                </a:ext>
              </a:extLst>
            </p:cNvPr>
            <p:cNvCxnSpPr>
              <a:cxnSpLocks/>
            </p:cNvCxnSpPr>
            <p:nvPr/>
          </p:nvCxnSpPr>
          <p:spPr>
            <a:xfrm>
              <a:off x="9144919" y="1535528"/>
              <a:ext cx="0" cy="545808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8BDC290B-9635-4AFC-99E9-469753613017}"/>
                </a:ext>
              </a:extLst>
            </p:cNvPr>
            <p:cNvCxnSpPr>
              <a:cxnSpLocks/>
            </p:cNvCxnSpPr>
            <p:nvPr/>
          </p:nvCxnSpPr>
          <p:spPr>
            <a:xfrm>
              <a:off x="9146882" y="2300831"/>
              <a:ext cx="0" cy="1613944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연결선 52">
              <a:extLst>
                <a:ext uri="{FF2B5EF4-FFF2-40B4-BE49-F238E27FC236}">
                  <a16:creationId xmlns:a16="http://schemas.microsoft.com/office/drawing/2014/main" id="{D75949BB-46C8-4F75-8D02-7895E1C2B170}"/>
                </a:ext>
              </a:extLst>
            </p:cNvPr>
            <p:cNvCxnSpPr>
              <a:cxnSpLocks/>
            </p:cNvCxnSpPr>
            <p:nvPr/>
          </p:nvCxnSpPr>
          <p:spPr>
            <a:xfrm>
              <a:off x="9489782" y="4128086"/>
              <a:ext cx="0" cy="1072564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16E3517C-117F-45A6-86AC-F52BE8F8DF92}"/>
                </a:ext>
              </a:extLst>
            </p:cNvPr>
            <p:cNvCxnSpPr>
              <a:cxnSpLocks/>
            </p:cNvCxnSpPr>
            <p:nvPr/>
          </p:nvCxnSpPr>
          <p:spPr>
            <a:xfrm>
              <a:off x="9489782" y="5356810"/>
              <a:ext cx="0" cy="962024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1EBF499B-46E9-43DD-97D2-727C9E801F34}"/>
                </a:ext>
              </a:extLst>
            </p:cNvPr>
            <p:cNvCxnSpPr>
              <a:cxnSpLocks/>
            </p:cNvCxnSpPr>
            <p:nvPr/>
          </p:nvCxnSpPr>
          <p:spPr>
            <a:xfrm>
              <a:off x="8873540" y="4128086"/>
              <a:ext cx="0" cy="1072564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B49A35D5-BA5C-4D17-80FA-4A976EF8FE65}"/>
                </a:ext>
              </a:extLst>
            </p:cNvPr>
            <p:cNvCxnSpPr>
              <a:cxnSpLocks/>
            </p:cNvCxnSpPr>
            <p:nvPr/>
          </p:nvCxnSpPr>
          <p:spPr>
            <a:xfrm>
              <a:off x="8873540" y="5356810"/>
              <a:ext cx="0" cy="962024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C7FE03C8-F20E-47CA-B566-6134A63D45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53924" y="2466975"/>
              <a:ext cx="679156" cy="0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BCFD9974-6BE8-4049-A726-FC3509F2B9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68540" y="2466975"/>
              <a:ext cx="679156" cy="0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C708CD62-6DE5-43CA-A2EE-F63264DF66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30790" y="2466975"/>
              <a:ext cx="679156" cy="0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D5C4EB9D-7D79-426C-81B7-2CAADF9AAF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35665" y="2466975"/>
              <a:ext cx="679156" cy="0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ED738991-AE46-4692-94F9-8E25390EC4AB}"/>
                </a:ext>
              </a:extLst>
            </p:cNvPr>
            <p:cNvSpPr/>
            <p:nvPr/>
          </p:nvSpPr>
          <p:spPr>
            <a:xfrm>
              <a:off x="7647696" y="2343689"/>
              <a:ext cx="209549" cy="209549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47D09DFF-5C68-4BBD-9DDA-370991352822}"/>
                </a:ext>
              </a:extLst>
            </p:cNvPr>
            <p:cNvSpPr/>
            <p:nvPr/>
          </p:nvSpPr>
          <p:spPr>
            <a:xfrm>
              <a:off x="10380703" y="2334498"/>
              <a:ext cx="254962" cy="254962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F9AA4C06-76F0-41AB-8EC8-CBBD6DCCB55A}"/>
                </a:ext>
              </a:extLst>
            </p:cNvPr>
            <p:cNvSpPr/>
            <p:nvPr/>
          </p:nvSpPr>
          <p:spPr>
            <a:xfrm>
              <a:off x="9462558" y="2250968"/>
              <a:ext cx="254962" cy="254962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ED6569EF-07F6-48C3-B14D-4C93DF5D24A8}"/>
                </a:ext>
              </a:extLst>
            </p:cNvPr>
            <p:cNvSpPr/>
            <p:nvPr/>
          </p:nvSpPr>
          <p:spPr>
            <a:xfrm>
              <a:off x="8618721" y="2250552"/>
              <a:ext cx="254962" cy="254962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B36E04C1-6F2B-4417-B19C-700B32B2D0E8}"/>
                </a:ext>
              </a:extLst>
            </p:cNvPr>
            <p:cNvSpPr/>
            <p:nvPr/>
          </p:nvSpPr>
          <p:spPr>
            <a:xfrm>
              <a:off x="9017438" y="2123071"/>
              <a:ext cx="254962" cy="254962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98A6AEE8-3DD6-4C87-A0DA-522910B77142}"/>
                </a:ext>
              </a:extLst>
            </p:cNvPr>
            <p:cNvSpPr/>
            <p:nvPr/>
          </p:nvSpPr>
          <p:spPr>
            <a:xfrm>
              <a:off x="8800668" y="3853089"/>
              <a:ext cx="254962" cy="254962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90E74054-0948-4F5C-9AE7-0B254FD5A7AC}"/>
                </a:ext>
              </a:extLst>
            </p:cNvPr>
            <p:cNvSpPr/>
            <p:nvPr/>
          </p:nvSpPr>
          <p:spPr>
            <a:xfrm>
              <a:off x="9254986" y="3834926"/>
              <a:ext cx="254962" cy="254962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5C0FF8D2-EB83-4F89-8C3A-BBF760604C7A}"/>
                </a:ext>
              </a:extLst>
            </p:cNvPr>
            <p:cNvSpPr/>
            <p:nvPr/>
          </p:nvSpPr>
          <p:spPr>
            <a:xfrm>
              <a:off x="8718233" y="5148489"/>
              <a:ext cx="254962" cy="254962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9B12C756-01BC-4A52-A1F4-0BA47FFC42FF}"/>
                </a:ext>
              </a:extLst>
            </p:cNvPr>
            <p:cNvSpPr/>
            <p:nvPr/>
          </p:nvSpPr>
          <p:spPr>
            <a:xfrm>
              <a:off x="9362301" y="5127699"/>
              <a:ext cx="254962" cy="254962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40FABED4-4562-4061-BCD3-ECEC640F0357}"/>
              </a:ext>
            </a:extLst>
          </p:cNvPr>
          <p:cNvGrpSpPr/>
          <p:nvPr/>
        </p:nvGrpSpPr>
        <p:grpSpPr>
          <a:xfrm>
            <a:off x="10197797" y="5105464"/>
            <a:ext cx="1277554" cy="1176156"/>
            <a:chOff x="10245398" y="4879005"/>
            <a:chExt cx="1277554" cy="1176156"/>
          </a:xfrm>
        </p:grpSpPr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C5863A8D-B1AB-451E-9D11-A293207F62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45398" y="5082660"/>
              <a:ext cx="286833" cy="0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CECF6885-63F2-473E-BF54-11394933E434}"/>
                </a:ext>
              </a:extLst>
            </p:cNvPr>
            <p:cNvSpPr txBox="1"/>
            <p:nvPr/>
          </p:nvSpPr>
          <p:spPr>
            <a:xfrm>
              <a:off x="10655619" y="4879005"/>
              <a:ext cx="8673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/>
                <a:t>: Bone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A015429E-7886-4AA0-8407-37A6D95D20C4}"/>
                </a:ext>
              </a:extLst>
            </p:cNvPr>
            <p:cNvSpPr txBox="1"/>
            <p:nvPr/>
          </p:nvSpPr>
          <p:spPr>
            <a:xfrm>
              <a:off x="10655619" y="5273691"/>
              <a:ext cx="8673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/>
                <a:t>: Joint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2B536D0D-6FB6-4F3E-A12B-AEF74360F7F0}"/>
                </a:ext>
              </a:extLst>
            </p:cNvPr>
            <p:cNvSpPr txBox="1"/>
            <p:nvPr/>
          </p:nvSpPr>
          <p:spPr>
            <a:xfrm>
              <a:off x="10655619" y="5716607"/>
              <a:ext cx="8673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/>
                <a:t>: Mesh</a:t>
              </a:r>
            </a:p>
          </p:txBody>
        </p:sp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0D636CF1-DCEE-416A-ABAC-E851ADD2AC59}"/>
                </a:ext>
              </a:extLst>
            </p:cNvPr>
            <p:cNvSpPr/>
            <p:nvPr/>
          </p:nvSpPr>
          <p:spPr>
            <a:xfrm>
              <a:off x="10245398" y="5343700"/>
              <a:ext cx="254962" cy="254962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A57EB2E1-CF59-4946-9B15-1E3B8FA9F13B}"/>
                </a:ext>
              </a:extLst>
            </p:cNvPr>
            <p:cNvSpPr/>
            <p:nvPr/>
          </p:nvSpPr>
          <p:spPr>
            <a:xfrm>
              <a:off x="10245398" y="5758405"/>
              <a:ext cx="394286" cy="254959"/>
            </a:xfrm>
            <a:prstGeom prst="round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713947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F89706-019C-4C39-BBA6-E8A68DE04E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316" y="139323"/>
            <a:ext cx="9144000" cy="782805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ko-KR" altLang="en-US" sz="3200" b="1" dirty="0" err="1"/>
              <a:t>스켈레탈</a:t>
            </a:r>
            <a:r>
              <a:rPr lang="ko-KR" altLang="en-US" sz="3200" b="1" dirty="0"/>
              <a:t> 메시</a:t>
            </a:r>
            <a:r>
              <a:rPr lang="en-US" altLang="ko-KR" sz="3200" b="1" dirty="0"/>
              <a:t> </a:t>
            </a:r>
            <a:r>
              <a:rPr lang="ko-KR" altLang="en-US" sz="3200" b="1" dirty="0"/>
              <a:t>절단 과정</a:t>
            </a:r>
            <a:endParaRPr lang="en-US" altLang="ko-KR" sz="3200" b="1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0CF8209-C0A6-42F2-B0AB-8B135F6C938C}"/>
              </a:ext>
            </a:extLst>
          </p:cNvPr>
          <p:cNvCxnSpPr/>
          <p:nvPr/>
        </p:nvCxnSpPr>
        <p:spPr>
          <a:xfrm>
            <a:off x="120316" y="962233"/>
            <a:ext cx="1189522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DE939546-8A34-493C-A49E-C75CC21FAAEE}"/>
              </a:ext>
            </a:extLst>
          </p:cNvPr>
          <p:cNvGrpSpPr/>
          <p:nvPr/>
        </p:nvGrpSpPr>
        <p:grpSpPr>
          <a:xfrm>
            <a:off x="538613" y="1988376"/>
            <a:ext cx="3952515" cy="4270470"/>
            <a:chOff x="6830547" y="1449803"/>
            <a:chExt cx="4631791" cy="5004389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F4BEE0BB-EEC4-4942-AD43-BEEB8C5BC87D}"/>
                </a:ext>
              </a:extLst>
            </p:cNvPr>
            <p:cNvSpPr/>
            <p:nvPr/>
          </p:nvSpPr>
          <p:spPr>
            <a:xfrm>
              <a:off x="8873540" y="1449803"/>
              <a:ext cx="546685" cy="75046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사각형: 둥근 모서리 48">
              <a:extLst>
                <a:ext uri="{FF2B5EF4-FFF2-40B4-BE49-F238E27FC236}">
                  <a16:creationId xmlns:a16="http://schemas.microsoft.com/office/drawing/2014/main" id="{EE671A1B-8F5C-4118-9E78-6725FB917F50}"/>
                </a:ext>
              </a:extLst>
            </p:cNvPr>
            <p:cNvSpPr/>
            <p:nvPr/>
          </p:nvSpPr>
          <p:spPr>
            <a:xfrm>
              <a:off x="8648700" y="2193633"/>
              <a:ext cx="996364" cy="186978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0B88D551-C478-45A5-803F-2D65168D0162}"/>
                </a:ext>
              </a:extLst>
            </p:cNvPr>
            <p:cNvSpPr/>
            <p:nvPr/>
          </p:nvSpPr>
          <p:spPr>
            <a:xfrm>
              <a:off x="8648700" y="4061411"/>
              <a:ext cx="394286" cy="1295399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CA43492E-52AF-4B2B-A8DB-66C4F55ACB8A}"/>
                </a:ext>
              </a:extLst>
            </p:cNvPr>
            <p:cNvSpPr/>
            <p:nvPr/>
          </p:nvSpPr>
          <p:spPr>
            <a:xfrm>
              <a:off x="8647821" y="5356812"/>
              <a:ext cx="394286" cy="10973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사각형: 둥근 모서리 51">
              <a:extLst>
                <a:ext uri="{FF2B5EF4-FFF2-40B4-BE49-F238E27FC236}">
                  <a16:creationId xmlns:a16="http://schemas.microsoft.com/office/drawing/2014/main" id="{3DE01B12-AF91-4A72-8EEA-2B952A3A65F0}"/>
                </a:ext>
              </a:extLst>
            </p:cNvPr>
            <p:cNvSpPr/>
            <p:nvPr/>
          </p:nvSpPr>
          <p:spPr>
            <a:xfrm>
              <a:off x="9250778" y="4061412"/>
              <a:ext cx="394286" cy="1295399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사각형: 둥근 모서리 52">
              <a:extLst>
                <a:ext uri="{FF2B5EF4-FFF2-40B4-BE49-F238E27FC236}">
                  <a16:creationId xmlns:a16="http://schemas.microsoft.com/office/drawing/2014/main" id="{B37C2D6B-34F3-46F2-8087-855C44D60CE0}"/>
                </a:ext>
              </a:extLst>
            </p:cNvPr>
            <p:cNvSpPr/>
            <p:nvPr/>
          </p:nvSpPr>
          <p:spPr>
            <a:xfrm>
              <a:off x="9250778" y="5356810"/>
              <a:ext cx="394286" cy="10973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1AE703C6-7A38-4468-9E7C-43F76F8034ED}"/>
                </a:ext>
              </a:extLst>
            </p:cNvPr>
            <p:cNvSpPr/>
            <p:nvPr/>
          </p:nvSpPr>
          <p:spPr>
            <a:xfrm rot="16200000">
              <a:off x="9958387" y="1994146"/>
              <a:ext cx="281991" cy="908637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F4AA6FB1-0553-45B4-AD5A-703CC090DE41}"/>
                </a:ext>
              </a:extLst>
            </p:cNvPr>
            <p:cNvSpPr/>
            <p:nvPr/>
          </p:nvSpPr>
          <p:spPr>
            <a:xfrm rot="16200000">
              <a:off x="10867024" y="1987508"/>
              <a:ext cx="281991" cy="908637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10C4ED5C-BE27-4EA7-BB5B-BD3D2DA2009A}"/>
                </a:ext>
              </a:extLst>
            </p:cNvPr>
            <p:cNvSpPr/>
            <p:nvPr/>
          </p:nvSpPr>
          <p:spPr>
            <a:xfrm rot="16200000">
              <a:off x="7143870" y="1994147"/>
              <a:ext cx="281991" cy="908637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사각형: 둥근 모서리 56">
              <a:extLst>
                <a:ext uri="{FF2B5EF4-FFF2-40B4-BE49-F238E27FC236}">
                  <a16:creationId xmlns:a16="http://schemas.microsoft.com/office/drawing/2014/main" id="{216EBE7B-8EF9-4CB7-800A-A05D4187F6EA}"/>
                </a:ext>
              </a:extLst>
            </p:cNvPr>
            <p:cNvSpPr/>
            <p:nvPr/>
          </p:nvSpPr>
          <p:spPr>
            <a:xfrm rot="16200000">
              <a:off x="8052507" y="1987509"/>
              <a:ext cx="281991" cy="908637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7D5D51FB-88AA-4BFD-B94A-72C02DDECD3F}"/>
                </a:ext>
              </a:extLst>
            </p:cNvPr>
            <p:cNvCxnSpPr>
              <a:cxnSpLocks/>
            </p:cNvCxnSpPr>
            <p:nvPr/>
          </p:nvCxnSpPr>
          <p:spPr>
            <a:xfrm>
              <a:off x="9144919" y="1535528"/>
              <a:ext cx="0" cy="545808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6E6A98F3-AF28-4B9A-B690-42BB4F063756}"/>
                </a:ext>
              </a:extLst>
            </p:cNvPr>
            <p:cNvCxnSpPr>
              <a:cxnSpLocks/>
            </p:cNvCxnSpPr>
            <p:nvPr/>
          </p:nvCxnSpPr>
          <p:spPr>
            <a:xfrm>
              <a:off x="9146882" y="2300831"/>
              <a:ext cx="0" cy="1613944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E64137E7-58A5-41DB-B3F7-E52D4AF32CE0}"/>
                </a:ext>
              </a:extLst>
            </p:cNvPr>
            <p:cNvCxnSpPr>
              <a:cxnSpLocks/>
            </p:cNvCxnSpPr>
            <p:nvPr/>
          </p:nvCxnSpPr>
          <p:spPr>
            <a:xfrm>
              <a:off x="9489782" y="4128086"/>
              <a:ext cx="0" cy="1072564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EE4E3664-ED72-4ED6-97D4-6F7AB01134B9}"/>
                </a:ext>
              </a:extLst>
            </p:cNvPr>
            <p:cNvCxnSpPr>
              <a:cxnSpLocks/>
            </p:cNvCxnSpPr>
            <p:nvPr/>
          </p:nvCxnSpPr>
          <p:spPr>
            <a:xfrm>
              <a:off x="9489782" y="5356810"/>
              <a:ext cx="0" cy="962024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F5F55A62-F753-4E69-A52F-79B83B6644CF}"/>
                </a:ext>
              </a:extLst>
            </p:cNvPr>
            <p:cNvCxnSpPr>
              <a:cxnSpLocks/>
            </p:cNvCxnSpPr>
            <p:nvPr/>
          </p:nvCxnSpPr>
          <p:spPr>
            <a:xfrm>
              <a:off x="8873540" y="4128086"/>
              <a:ext cx="0" cy="1072564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6905AAA4-E6EA-494B-B153-598C3B2ECE57}"/>
                </a:ext>
              </a:extLst>
            </p:cNvPr>
            <p:cNvCxnSpPr>
              <a:cxnSpLocks/>
            </p:cNvCxnSpPr>
            <p:nvPr/>
          </p:nvCxnSpPr>
          <p:spPr>
            <a:xfrm>
              <a:off x="8873540" y="5356810"/>
              <a:ext cx="0" cy="962024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0A36BCB6-E144-42B6-92D6-8C0C85765F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53924" y="2466975"/>
              <a:ext cx="679156" cy="0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74C001FF-B6BB-4D5D-9C96-64B67F5406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68540" y="2466975"/>
              <a:ext cx="679156" cy="0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A574BE21-9EAB-4B97-9682-CA7BDEBFA8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30790" y="2466975"/>
              <a:ext cx="679156" cy="0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A9A14F43-DE86-4925-BF62-328A0170F9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35665" y="2466975"/>
              <a:ext cx="679156" cy="0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8CE8CA2A-A026-4037-A841-37DED53EE4B2}"/>
                </a:ext>
              </a:extLst>
            </p:cNvPr>
            <p:cNvSpPr/>
            <p:nvPr/>
          </p:nvSpPr>
          <p:spPr>
            <a:xfrm>
              <a:off x="7647696" y="2343689"/>
              <a:ext cx="209549" cy="209549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39A06C00-9A7F-4420-8DDE-15897EDD377A}"/>
                </a:ext>
              </a:extLst>
            </p:cNvPr>
            <p:cNvSpPr/>
            <p:nvPr/>
          </p:nvSpPr>
          <p:spPr>
            <a:xfrm>
              <a:off x="10380703" y="2334498"/>
              <a:ext cx="254962" cy="254962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94F0328F-CC23-4B97-B613-AB154606BFE2}"/>
                </a:ext>
              </a:extLst>
            </p:cNvPr>
            <p:cNvSpPr/>
            <p:nvPr/>
          </p:nvSpPr>
          <p:spPr>
            <a:xfrm>
              <a:off x="9462558" y="2250968"/>
              <a:ext cx="254962" cy="254962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3BCAC960-A23A-43F9-98A8-08ED7D707845}"/>
                </a:ext>
              </a:extLst>
            </p:cNvPr>
            <p:cNvSpPr/>
            <p:nvPr/>
          </p:nvSpPr>
          <p:spPr>
            <a:xfrm>
              <a:off x="8618721" y="2250552"/>
              <a:ext cx="254962" cy="254962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39DB1F19-F4CB-49E1-849F-D13442ABDC74}"/>
                </a:ext>
              </a:extLst>
            </p:cNvPr>
            <p:cNvSpPr/>
            <p:nvPr/>
          </p:nvSpPr>
          <p:spPr>
            <a:xfrm>
              <a:off x="9017438" y="2123071"/>
              <a:ext cx="254962" cy="254962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591D83CD-6697-4AF4-9C37-2A002335346C}"/>
                </a:ext>
              </a:extLst>
            </p:cNvPr>
            <p:cNvSpPr/>
            <p:nvPr/>
          </p:nvSpPr>
          <p:spPr>
            <a:xfrm>
              <a:off x="8800668" y="3853089"/>
              <a:ext cx="254962" cy="254962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6C21F231-9234-4FD8-AF19-F761EC8EF540}"/>
                </a:ext>
              </a:extLst>
            </p:cNvPr>
            <p:cNvSpPr/>
            <p:nvPr/>
          </p:nvSpPr>
          <p:spPr>
            <a:xfrm>
              <a:off x="9254986" y="3834926"/>
              <a:ext cx="254962" cy="254962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C9BDAAEB-4121-4689-99E6-AF9A4C634295}"/>
                </a:ext>
              </a:extLst>
            </p:cNvPr>
            <p:cNvSpPr/>
            <p:nvPr/>
          </p:nvSpPr>
          <p:spPr>
            <a:xfrm>
              <a:off x="8718233" y="5148489"/>
              <a:ext cx="254962" cy="254962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15DCB22B-D4D7-4AA2-A8B8-F987EFF9D680}"/>
                </a:ext>
              </a:extLst>
            </p:cNvPr>
            <p:cNvSpPr/>
            <p:nvPr/>
          </p:nvSpPr>
          <p:spPr>
            <a:xfrm>
              <a:off x="9362301" y="5127699"/>
              <a:ext cx="254962" cy="254962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ED15D090-E5D2-46B2-B264-2D0E6AB5D2F4}"/>
              </a:ext>
            </a:extLst>
          </p:cNvPr>
          <p:cNvCxnSpPr>
            <a:cxnSpLocks/>
          </p:cNvCxnSpPr>
          <p:nvPr/>
        </p:nvCxnSpPr>
        <p:spPr>
          <a:xfrm>
            <a:off x="3218198" y="1638384"/>
            <a:ext cx="24030" cy="2494110"/>
          </a:xfrm>
          <a:prstGeom prst="line">
            <a:avLst/>
          </a:prstGeom>
          <a:ln w="571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6D9133BA-9872-4550-9D7E-985DBC5B2FBD}"/>
              </a:ext>
            </a:extLst>
          </p:cNvPr>
          <p:cNvSpPr txBox="1"/>
          <p:nvPr/>
        </p:nvSpPr>
        <p:spPr>
          <a:xfrm>
            <a:off x="1443113" y="1246345"/>
            <a:ext cx="1988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절단 평면 입력</a:t>
            </a:r>
            <a:endParaRPr lang="en-US" altLang="ko-KR" dirty="0"/>
          </a:p>
        </p:txBody>
      </p: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D0AE9D40-B7F5-49C6-80CF-C696863D91A9}"/>
              </a:ext>
            </a:extLst>
          </p:cNvPr>
          <p:cNvGrpSpPr/>
          <p:nvPr/>
        </p:nvGrpSpPr>
        <p:grpSpPr>
          <a:xfrm>
            <a:off x="6499996" y="1988376"/>
            <a:ext cx="3952515" cy="4270470"/>
            <a:chOff x="6830547" y="1449803"/>
            <a:chExt cx="4631791" cy="5004389"/>
          </a:xfrm>
        </p:grpSpPr>
        <p:sp>
          <p:nvSpPr>
            <p:cNvPr id="119" name="타원 118">
              <a:extLst>
                <a:ext uri="{FF2B5EF4-FFF2-40B4-BE49-F238E27FC236}">
                  <a16:creationId xmlns:a16="http://schemas.microsoft.com/office/drawing/2014/main" id="{50E0EE3E-6ABE-4C17-8944-56E701D230E1}"/>
                </a:ext>
              </a:extLst>
            </p:cNvPr>
            <p:cNvSpPr/>
            <p:nvPr/>
          </p:nvSpPr>
          <p:spPr>
            <a:xfrm>
              <a:off x="8873540" y="1449803"/>
              <a:ext cx="546685" cy="75046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" name="사각형: 둥근 모서리 119">
              <a:extLst>
                <a:ext uri="{FF2B5EF4-FFF2-40B4-BE49-F238E27FC236}">
                  <a16:creationId xmlns:a16="http://schemas.microsoft.com/office/drawing/2014/main" id="{15EF192A-259A-449E-B251-425620116DCC}"/>
                </a:ext>
              </a:extLst>
            </p:cNvPr>
            <p:cNvSpPr/>
            <p:nvPr/>
          </p:nvSpPr>
          <p:spPr>
            <a:xfrm>
              <a:off x="8648700" y="2193633"/>
              <a:ext cx="996364" cy="186978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" name="사각형: 둥근 모서리 120">
              <a:extLst>
                <a:ext uri="{FF2B5EF4-FFF2-40B4-BE49-F238E27FC236}">
                  <a16:creationId xmlns:a16="http://schemas.microsoft.com/office/drawing/2014/main" id="{5FFB6F52-10BD-4856-81F2-99A7C4F9253D}"/>
                </a:ext>
              </a:extLst>
            </p:cNvPr>
            <p:cNvSpPr/>
            <p:nvPr/>
          </p:nvSpPr>
          <p:spPr>
            <a:xfrm>
              <a:off x="8648700" y="4061411"/>
              <a:ext cx="394286" cy="1295399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" name="사각형: 둥근 모서리 121">
              <a:extLst>
                <a:ext uri="{FF2B5EF4-FFF2-40B4-BE49-F238E27FC236}">
                  <a16:creationId xmlns:a16="http://schemas.microsoft.com/office/drawing/2014/main" id="{3534993D-C4AE-47F3-B3B8-CE3DF7FD6DF5}"/>
                </a:ext>
              </a:extLst>
            </p:cNvPr>
            <p:cNvSpPr/>
            <p:nvPr/>
          </p:nvSpPr>
          <p:spPr>
            <a:xfrm>
              <a:off x="8647821" y="5356812"/>
              <a:ext cx="394286" cy="10973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" name="사각형: 둥근 모서리 122">
              <a:extLst>
                <a:ext uri="{FF2B5EF4-FFF2-40B4-BE49-F238E27FC236}">
                  <a16:creationId xmlns:a16="http://schemas.microsoft.com/office/drawing/2014/main" id="{AD5738DB-847A-4BBC-9E10-4DDBE0D5C140}"/>
                </a:ext>
              </a:extLst>
            </p:cNvPr>
            <p:cNvSpPr/>
            <p:nvPr/>
          </p:nvSpPr>
          <p:spPr>
            <a:xfrm>
              <a:off x="9250778" y="4061412"/>
              <a:ext cx="394286" cy="1295399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" name="사각형: 둥근 모서리 123">
              <a:extLst>
                <a:ext uri="{FF2B5EF4-FFF2-40B4-BE49-F238E27FC236}">
                  <a16:creationId xmlns:a16="http://schemas.microsoft.com/office/drawing/2014/main" id="{A5B0BAE5-22B6-417D-85BE-954D096410CC}"/>
                </a:ext>
              </a:extLst>
            </p:cNvPr>
            <p:cNvSpPr/>
            <p:nvPr/>
          </p:nvSpPr>
          <p:spPr>
            <a:xfrm>
              <a:off x="9250778" y="5356810"/>
              <a:ext cx="394286" cy="10973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" name="사각형: 둥근 모서리 124">
              <a:extLst>
                <a:ext uri="{FF2B5EF4-FFF2-40B4-BE49-F238E27FC236}">
                  <a16:creationId xmlns:a16="http://schemas.microsoft.com/office/drawing/2014/main" id="{F4308BB1-FABF-44BD-B176-5915F700186F}"/>
                </a:ext>
              </a:extLst>
            </p:cNvPr>
            <p:cNvSpPr/>
            <p:nvPr/>
          </p:nvSpPr>
          <p:spPr>
            <a:xfrm rot="16200000">
              <a:off x="9958387" y="1994146"/>
              <a:ext cx="281991" cy="908637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" name="사각형: 둥근 모서리 125">
              <a:extLst>
                <a:ext uri="{FF2B5EF4-FFF2-40B4-BE49-F238E27FC236}">
                  <a16:creationId xmlns:a16="http://schemas.microsoft.com/office/drawing/2014/main" id="{2311057B-856A-48B7-8B66-03EC34256729}"/>
                </a:ext>
              </a:extLst>
            </p:cNvPr>
            <p:cNvSpPr/>
            <p:nvPr/>
          </p:nvSpPr>
          <p:spPr>
            <a:xfrm rot="16200000">
              <a:off x="10867024" y="1987508"/>
              <a:ext cx="281991" cy="908637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" name="사각형: 둥근 모서리 126">
              <a:extLst>
                <a:ext uri="{FF2B5EF4-FFF2-40B4-BE49-F238E27FC236}">
                  <a16:creationId xmlns:a16="http://schemas.microsoft.com/office/drawing/2014/main" id="{DC15F09D-2987-4C98-B5CF-6C985F052296}"/>
                </a:ext>
              </a:extLst>
            </p:cNvPr>
            <p:cNvSpPr/>
            <p:nvPr/>
          </p:nvSpPr>
          <p:spPr>
            <a:xfrm rot="16200000">
              <a:off x="7143870" y="1994147"/>
              <a:ext cx="281991" cy="908637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55CD0ACE-4EC4-42A3-82DA-F7B577BC420E}"/>
                </a:ext>
              </a:extLst>
            </p:cNvPr>
            <p:cNvSpPr/>
            <p:nvPr/>
          </p:nvSpPr>
          <p:spPr>
            <a:xfrm rot="16200000">
              <a:off x="8052507" y="1987509"/>
              <a:ext cx="281991" cy="908637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29" name="직선 연결선 128">
              <a:extLst>
                <a:ext uri="{FF2B5EF4-FFF2-40B4-BE49-F238E27FC236}">
                  <a16:creationId xmlns:a16="http://schemas.microsoft.com/office/drawing/2014/main" id="{D52F21C4-891C-4199-BA41-D7BE3BADE677}"/>
                </a:ext>
              </a:extLst>
            </p:cNvPr>
            <p:cNvCxnSpPr>
              <a:cxnSpLocks/>
            </p:cNvCxnSpPr>
            <p:nvPr/>
          </p:nvCxnSpPr>
          <p:spPr>
            <a:xfrm>
              <a:off x="9144919" y="1535528"/>
              <a:ext cx="0" cy="545808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직선 연결선 129">
              <a:extLst>
                <a:ext uri="{FF2B5EF4-FFF2-40B4-BE49-F238E27FC236}">
                  <a16:creationId xmlns:a16="http://schemas.microsoft.com/office/drawing/2014/main" id="{D5D3AFBB-4A40-4921-B136-7CC6CB1E92AD}"/>
                </a:ext>
              </a:extLst>
            </p:cNvPr>
            <p:cNvCxnSpPr>
              <a:cxnSpLocks/>
            </p:cNvCxnSpPr>
            <p:nvPr/>
          </p:nvCxnSpPr>
          <p:spPr>
            <a:xfrm>
              <a:off x="9146882" y="2300831"/>
              <a:ext cx="0" cy="1613944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직선 연결선 130">
              <a:extLst>
                <a:ext uri="{FF2B5EF4-FFF2-40B4-BE49-F238E27FC236}">
                  <a16:creationId xmlns:a16="http://schemas.microsoft.com/office/drawing/2014/main" id="{311D5F12-2678-4023-824F-C58869E8DCF3}"/>
                </a:ext>
              </a:extLst>
            </p:cNvPr>
            <p:cNvCxnSpPr>
              <a:cxnSpLocks/>
            </p:cNvCxnSpPr>
            <p:nvPr/>
          </p:nvCxnSpPr>
          <p:spPr>
            <a:xfrm>
              <a:off x="9489782" y="4128086"/>
              <a:ext cx="0" cy="1072564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직선 연결선 131">
              <a:extLst>
                <a:ext uri="{FF2B5EF4-FFF2-40B4-BE49-F238E27FC236}">
                  <a16:creationId xmlns:a16="http://schemas.microsoft.com/office/drawing/2014/main" id="{5346C0D3-881F-4F0C-AD53-23B6E1A16BFA}"/>
                </a:ext>
              </a:extLst>
            </p:cNvPr>
            <p:cNvCxnSpPr>
              <a:cxnSpLocks/>
            </p:cNvCxnSpPr>
            <p:nvPr/>
          </p:nvCxnSpPr>
          <p:spPr>
            <a:xfrm>
              <a:off x="9489782" y="5356810"/>
              <a:ext cx="0" cy="962024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직선 연결선 132">
              <a:extLst>
                <a:ext uri="{FF2B5EF4-FFF2-40B4-BE49-F238E27FC236}">
                  <a16:creationId xmlns:a16="http://schemas.microsoft.com/office/drawing/2014/main" id="{25387163-6D27-494E-8F14-AC144C5FC5A3}"/>
                </a:ext>
              </a:extLst>
            </p:cNvPr>
            <p:cNvCxnSpPr>
              <a:cxnSpLocks/>
            </p:cNvCxnSpPr>
            <p:nvPr/>
          </p:nvCxnSpPr>
          <p:spPr>
            <a:xfrm>
              <a:off x="8873540" y="4128086"/>
              <a:ext cx="0" cy="1072564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직선 연결선 133">
              <a:extLst>
                <a:ext uri="{FF2B5EF4-FFF2-40B4-BE49-F238E27FC236}">
                  <a16:creationId xmlns:a16="http://schemas.microsoft.com/office/drawing/2014/main" id="{C4556C0B-7991-4BF8-80B4-B7ADB08D2EAE}"/>
                </a:ext>
              </a:extLst>
            </p:cNvPr>
            <p:cNvCxnSpPr>
              <a:cxnSpLocks/>
            </p:cNvCxnSpPr>
            <p:nvPr/>
          </p:nvCxnSpPr>
          <p:spPr>
            <a:xfrm>
              <a:off x="8873540" y="5356810"/>
              <a:ext cx="0" cy="962024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직선 연결선 134">
              <a:extLst>
                <a:ext uri="{FF2B5EF4-FFF2-40B4-BE49-F238E27FC236}">
                  <a16:creationId xmlns:a16="http://schemas.microsoft.com/office/drawing/2014/main" id="{AD43B662-ABD7-408D-AFFB-29C065A8FF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53924" y="2466975"/>
              <a:ext cx="679156" cy="0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직선 연결선 135">
              <a:extLst>
                <a:ext uri="{FF2B5EF4-FFF2-40B4-BE49-F238E27FC236}">
                  <a16:creationId xmlns:a16="http://schemas.microsoft.com/office/drawing/2014/main" id="{03B988A9-D5E7-4ECD-91C5-0A9F91F2DE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68540" y="2466975"/>
              <a:ext cx="679156" cy="0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56106457-BD7A-4AB9-8258-DAB3331A41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30790" y="2466975"/>
              <a:ext cx="679156" cy="0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직선 연결선 137">
              <a:extLst>
                <a:ext uri="{FF2B5EF4-FFF2-40B4-BE49-F238E27FC236}">
                  <a16:creationId xmlns:a16="http://schemas.microsoft.com/office/drawing/2014/main" id="{344E7335-59E7-4DBF-975F-3CA09BC4D5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35665" y="2466975"/>
              <a:ext cx="679156" cy="0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타원 138">
              <a:extLst>
                <a:ext uri="{FF2B5EF4-FFF2-40B4-BE49-F238E27FC236}">
                  <a16:creationId xmlns:a16="http://schemas.microsoft.com/office/drawing/2014/main" id="{FC9127EF-9531-4F76-A2FF-1E409D0D6081}"/>
                </a:ext>
              </a:extLst>
            </p:cNvPr>
            <p:cNvSpPr/>
            <p:nvPr/>
          </p:nvSpPr>
          <p:spPr>
            <a:xfrm>
              <a:off x="7647696" y="2343689"/>
              <a:ext cx="209549" cy="209549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" name="타원 139">
              <a:extLst>
                <a:ext uri="{FF2B5EF4-FFF2-40B4-BE49-F238E27FC236}">
                  <a16:creationId xmlns:a16="http://schemas.microsoft.com/office/drawing/2014/main" id="{914D0969-C50C-42D4-9636-A515B755BD8D}"/>
                </a:ext>
              </a:extLst>
            </p:cNvPr>
            <p:cNvSpPr/>
            <p:nvPr/>
          </p:nvSpPr>
          <p:spPr>
            <a:xfrm>
              <a:off x="10380703" y="2334498"/>
              <a:ext cx="254962" cy="254962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" name="타원 140">
              <a:extLst>
                <a:ext uri="{FF2B5EF4-FFF2-40B4-BE49-F238E27FC236}">
                  <a16:creationId xmlns:a16="http://schemas.microsoft.com/office/drawing/2014/main" id="{6CAD6DE0-85D2-4A14-8B76-C603E1158E10}"/>
                </a:ext>
              </a:extLst>
            </p:cNvPr>
            <p:cNvSpPr/>
            <p:nvPr/>
          </p:nvSpPr>
          <p:spPr>
            <a:xfrm>
              <a:off x="9462558" y="2250968"/>
              <a:ext cx="254962" cy="254962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타원 141">
              <a:extLst>
                <a:ext uri="{FF2B5EF4-FFF2-40B4-BE49-F238E27FC236}">
                  <a16:creationId xmlns:a16="http://schemas.microsoft.com/office/drawing/2014/main" id="{1B7F0639-F256-415D-81B9-D3BE75B77B47}"/>
                </a:ext>
              </a:extLst>
            </p:cNvPr>
            <p:cNvSpPr/>
            <p:nvPr/>
          </p:nvSpPr>
          <p:spPr>
            <a:xfrm>
              <a:off x="8618721" y="2250552"/>
              <a:ext cx="254962" cy="254962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" name="타원 142">
              <a:extLst>
                <a:ext uri="{FF2B5EF4-FFF2-40B4-BE49-F238E27FC236}">
                  <a16:creationId xmlns:a16="http://schemas.microsoft.com/office/drawing/2014/main" id="{5BF00CF9-015C-48EA-BC62-42178A374249}"/>
                </a:ext>
              </a:extLst>
            </p:cNvPr>
            <p:cNvSpPr/>
            <p:nvPr/>
          </p:nvSpPr>
          <p:spPr>
            <a:xfrm>
              <a:off x="9017438" y="2123071"/>
              <a:ext cx="254962" cy="254962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" name="타원 143">
              <a:extLst>
                <a:ext uri="{FF2B5EF4-FFF2-40B4-BE49-F238E27FC236}">
                  <a16:creationId xmlns:a16="http://schemas.microsoft.com/office/drawing/2014/main" id="{8A1BEBF5-D2F6-425F-83C2-1E30F59C6668}"/>
                </a:ext>
              </a:extLst>
            </p:cNvPr>
            <p:cNvSpPr/>
            <p:nvPr/>
          </p:nvSpPr>
          <p:spPr>
            <a:xfrm>
              <a:off x="8800668" y="3853089"/>
              <a:ext cx="254962" cy="254962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" name="타원 144">
              <a:extLst>
                <a:ext uri="{FF2B5EF4-FFF2-40B4-BE49-F238E27FC236}">
                  <a16:creationId xmlns:a16="http://schemas.microsoft.com/office/drawing/2014/main" id="{0533BFEE-4667-4C9D-87A0-A68B8AAC1EE3}"/>
                </a:ext>
              </a:extLst>
            </p:cNvPr>
            <p:cNvSpPr/>
            <p:nvPr/>
          </p:nvSpPr>
          <p:spPr>
            <a:xfrm>
              <a:off x="9254986" y="3834926"/>
              <a:ext cx="254962" cy="254962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" name="타원 145">
              <a:extLst>
                <a:ext uri="{FF2B5EF4-FFF2-40B4-BE49-F238E27FC236}">
                  <a16:creationId xmlns:a16="http://schemas.microsoft.com/office/drawing/2014/main" id="{F5D1B94E-9C0F-41DF-968F-5C068D6D285E}"/>
                </a:ext>
              </a:extLst>
            </p:cNvPr>
            <p:cNvSpPr/>
            <p:nvPr/>
          </p:nvSpPr>
          <p:spPr>
            <a:xfrm>
              <a:off x="8718233" y="5148489"/>
              <a:ext cx="254962" cy="254962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" name="타원 146">
              <a:extLst>
                <a:ext uri="{FF2B5EF4-FFF2-40B4-BE49-F238E27FC236}">
                  <a16:creationId xmlns:a16="http://schemas.microsoft.com/office/drawing/2014/main" id="{39B5E1FE-88C9-418B-BEEA-3F13C5FC2C7E}"/>
                </a:ext>
              </a:extLst>
            </p:cNvPr>
            <p:cNvSpPr/>
            <p:nvPr/>
          </p:nvSpPr>
          <p:spPr>
            <a:xfrm>
              <a:off x="9362301" y="5127699"/>
              <a:ext cx="254962" cy="254962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8" name="TextBox 147">
            <a:extLst>
              <a:ext uri="{FF2B5EF4-FFF2-40B4-BE49-F238E27FC236}">
                <a16:creationId xmlns:a16="http://schemas.microsoft.com/office/drawing/2014/main" id="{2402B73E-FFE9-493C-A6CB-819A6063574B}"/>
              </a:ext>
            </a:extLst>
          </p:cNvPr>
          <p:cNvSpPr txBox="1"/>
          <p:nvPr/>
        </p:nvSpPr>
        <p:spPr>
          <a:xfrm>
            <a:off x="7470838" y="1256007"/>
            <a:ext cx="2084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절단 대상 메시의 </a:t>
            </a:r>
            <a:endParaRPr lang="en-US" altLang="ko-KR" dirty="0"/>
          </a:p>
          <a:p>
            <a:pPr algn="ctr"/>
            <a:r>
              <a:rPr lang="ko-KR" altLang="en-US" dirty="0"/>
              <a:t>부모 </a:t>
            </a:r>
            <a:r>
              <a:rPr lang="en-US" altLang="ko-KR" dirty="0"/>
              <a:t>joint </a:t>
            </a:r>
            <a:r>
              <a:rPr lang="ko-KR" altLang="en-US" dirty="0"/>
              <a:t>탐색</a:t>
            </a:r>
            <a:endParaRPr lang="en-US" altLang="ko-KR" dirty="0"/>
          </a:p>
        </p:txBody>
      </p:sp>
      <p:sp>
        <p:nvSpPr>
          <p:cNvPr id="1024" name="L 도형 1023">
            <a:extLst>
              <a:ext uri="{FF2B5EF4-FFF2-40B4-BE49-F238E27FC236}">
                <a16:creationId xmlns:a16="http://schemas.microsoft.com/office/drawing/2014/main" id="{45D3AFDB-47AB-480E-9642-F61F5BDBBA4E}"/>
              </a:ext>
            </a:extLst>
          </p:cNvPr>
          <p:cNvSpPr/>
          <p:nvPr/>
        </p:nvSpPr>
        <p:spPr>
          <a:xfrm rot="18598304">
            <a:off x="8711953" y="2360494"/>
            <a:ext cx="560547" cy="240637"/>
          </a:xfrm>
          <a:prstGeom prst="corne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2D70E0D8-5C06-4529-AC03-5D7CD49A89CC}"/>
              </a:ext>
            </a:extLst>
          </p:cNvPr>
          <p:cNvSpPr/>
          <p:nvPr/>
        </p:nvSpPr>
        <p:spPr>
          <a:xfrm>
            <a:off x="4951402" y="3403221"/>
            <a:ext cx="1089071" cy="43814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20692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F89706-019C-4C39-BBA6-E8A68DE04E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316" y="139323"/>
            <a:ext cx="9144000" cy="782805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ko-KR" altLang="en-US" sz="3200" b="1" dirty="0" err="1"/>
              <a:t>스켈레탈</a:t>
            </a:r>
            <a:r>
              <a:rPr lang="ko-KR" altLang="en-US" sz="3200" b="1" dirty="0"/>
              <a:t> 메시</a:t>
            </a:r>
            <a:r>
              <a:rPr lang="en-US" altLang="ko-KR" sz="3200" b="1" dirty="0"/>
              <a:t> </a:t>
            </a:r>
            <a:r>
              <a:rPr lang="ko-KR" altLang="en-US" sz="3200" b="1" dirty="0"/>
              <a:t>절단 과정</a:t>
            </a:r>
            <a:endParaRPr lang="en-US" altLang="ko-KR" sz="3200" b="1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0CF8209-C0A6-42F2-B0AB-8B135F6C938C}"/>
              </a:ext>
            </a:extLst>
          </p:cNvPr>
          <p:cNvCxnSpPr/>
          <p:nvPr/>
        </p:nvCxnSpPr>
        <p:spPr>
          <a:xfrm>
            <a:off x="120316" y="962233"/>
            <a:ext cx="1189522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타원 47">
            <a:extLst>
              <a:ext uri="{FF2B5EF4-FFF2-40B4-BE49-F238E27FC236}">
                <a16:creationId xmlns:a16="http://schemas.microsoft.com/office/drawing/2014/main" id="{F4BEE0BB-EEC4-4942-AD43-BEEB8C5BC87D}"/>
              </a:ext>
            </a:extLst>
          </p:cNvPr>
          <p:cNvSpPr/>
          <p:nvPr/>
        </p:nvSpPr>
        <p:spPr>
          <a:xfrm>
            <a:off x="2057083" y="1988376"/>
            <a:ext cx="466511" cy="640409"/>
          </a:xfrm>
          <a:prstGeom prst="ellipse">
            <a:avLst/>
          </a:prstGeom>
          <a:solidFill>
            <a:schemeClr val="bg1">
              <a:lumMod val="8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EE671A1B-8F5C-4118-9E78-6725FB917F50}"/>
              </a:ext>
            </a:extLst>
          </p:cNvPr>
          <p:cNvSpPr/>
          <p:nvPr/>
        </p:nvSpPr>
        <p:spPr>
          <a:xfrm>
            <a:off x="1865216" y="2623120"/>
            <a:ext cx="850242" cy="1595571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0B88D551-C478-45A5-803F-2D65168D0162}"/>
              </a:ext>
            </a:extLst>
          </p:cNvPr>
          <p:cNvSpPr/>
          <p:nvPr/>
        </p:nvSpPr>
        <p:spPr>
          <a:xfrm>
            <a:off x="1865216" y="4216978"/>
            <a:ext cx="336462" cy="110542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CA43492E-52AF-4B2B-A8DB-66C4F55ACB8A}"/>
              </a:ext>
            </a:extLst>
          </p:cNvPr>
          <p:cNvSpPr/>
          <p:nvPr/>
        </p:nvSpPr>
        <p:spPr>
          <a:xfrm>
            <a:off x="1864466" y="5322402"/>
            <a:ext cx="336462" cy="93644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3DE01B12-AF91-4A72-8EEA-2B952A3A65F0}"/>
              </a:ext>
            </a:extLst>
          </p:cNvPr>
          <p:cNvSpPr/>
          <p:nvPr/>
        </p:nvSpPr>
        <p:spPr>
          <a:xfrm>
            <a:off x="2378997" y="4216979"/>
            <a:ext cx="336462" cy="110542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B37C2D6B-34F3-46F2-8087-855C44D60CE0}"/>
              </a:ext>
            </a:extLst>
          </p:cNvPr>
          <p:cNvSpPr/>
          <p:nvPr/>
        </p:nvSpPr>
        <p:spPr>
          <a:xfrm>
            <a:off x="2378997" y="5322401"/>
            <a:ext cx="336462" cy="93644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1AE703C6-7A38-4468-9E7C-43F76F8034ED}"/>
              </a:ext>
            </a:extLst>
          </p:cNvPr>
          <p:cNvSpPr/>
          <p:nvPr/>
        </p:nvSpPr>
        <p:spPr>
          <a:xfrm rot="16200000">
            <a:off x="2982831" y="2452888"/>
            <a:ext cx="240636" cy="775381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F4AA6FB1-0553-45B4-AD5A-703CC090DE41}"/>
              </a:ext>
            </a:extLst>
          </p:cNvPr>
          <p:cNvSpPr/>
          <p:nvPr/>
        </p:nvSpPr>
        <p:spPr>
          <a:xfrm rot="16200000">
            <a:off x="3758212" y="2447224"/>
            <a:ext cx="240636" cy="775381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10C4ED5C-BE27-4EA7-BB5B-BD3D2DA2009A}"/>
              </a:ext>
            </a:extLst>
          </p:cNvPr>
          <p:cNvSpPr/>
          <p:nvPr/>
        </p:nvSpPr>
        <p:spPr>
          <a:xfrm rot="16200000">
            <a:off x="581078" y="2452889"/>
            <a:ext cx="240636" cy="775381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216EBE7B-8EF9-4CB7-800A-A05D4187F6EA}"/>
              </a:ext>
            </a:extLst>
          </p:cNvPr>
          <p:cNvSpPr/>
          <p:nvPr/>
        </p:nvSpPr>
        <p:spPr>
          <a:xfrm rot="16200000">
            <a:off x="1356458" y="2447225"/>
            <a:ext cx="240636" cy="775381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7D5D51FB-88AA-4BFD-B94A-72C02DDECD3F}"/>
              </a:ext>
            </a:extLst>
          </p:cNvPr>
          <p:cNvCxnSpPr>
            <a:cxnSpLocks/>
          </p:cNvCxnSpPr>
          <p:nvPr/>
        </p:nvCxnSpPr>
        <p:spPr>
          <a:xfrm>
            <a:off x="2288662" y="2061529"/>
            <a:ext cx="0" cy="465762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6E6A98F3-AF28-4B9A-B690-42BB4F063756}"/>
              </a:ext>
            </a:extLst>
          </p:cNvPr>
          <p:cNvCxnSpPr>
            <a:cxnSpLocks/>
          </p:cNvCxnSpPr>
          <p:nvPr/>
        </p:nvCxnSpPr>
        <p:spPr>
          <a:xfrm>
            <a:off x="2290338" y="2714596"/>
            <a:ext cx="0" cy="1377251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E64137E7-58A5-41DB-B3F7-E52D4AF32CE0}"/>
              </a:ext>
            </a:extLst>
          </p:cNvPr>
          <p:cNvCxnSpPr>
            <a:cxnSpLocks/>
          </p:cNvCxnSpPr>
          <p:nvPr/>
        </p:nvCxnSpPr>
        <p:spPr>
          <a:xfrm>
            <a:off x="2582949" y="4273875"/>
            <a:ext cx="0" cy="91526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EE4E3664-ED72-4ED6-97D4-6F7AB01134B9}"/>
              </a:ext>
            </a:extLst>
          </p:cNvPr>
          <p:cNvCxnSpPr>
            <a:cxnSpLocks/>
          </p:cNvCxnSpPr>
          <p:nvPr/>
        </p:nvCxnSpPr>
        <p:spPr>
          <a:xfrm>
            <a:off x="2582949" y="5322401"/>
            <a:ext cx="0" cy="820938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F5F55A62-F753-4E69-A52F-79B83B6644CF}"/>
              </a:ext>
            </a:extLst>
          </p:cNvPr>
          <p:cNvCxnSpPr>
            <a:cxnSpLocks/>
          </p:cNvCxnSpPr>
          <p:nvPr/>
        </p:nvCxnSpPr>
        <p:spPr>
          <a:xfrm>
            <a:off x="2057083" y="4273875"/>
            <a:ext cx="0" cy="91526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6905AAA4-E6EA-494B-B153-598C3B2ECE57}"/>
              </a:ext>
            </a:extLst>
          </p:cNvPr>
          <p:cNvCxnSpPr>
            <a:cxnSpLocks/>
          </p:cNvCxnSpPr>
          <p:nvPr/>
        </p:nvCxnSpPr>
        <p:spPr>
          <a:xfrm>
            <a:off x="2057083" y="5322401"/>
            <a:ext cx="0" cy="820938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0A36BCB6-E144-42B6-92D6-8C0C85765FC1}"/>
              </a:ext>
            </a:extLst>
          </p:cNvPr>
          <p:cNvCxnSpPr>
            <a:cxnSpLocks/>
          </p:cNvCxnSpPr>
          <p:nvPr/>
        </p:nvCxnSpPr>
        <p:spPr>
          <a:xfrm flipH="1">
            <a:off x="1186998" y="2856375"/>
            <a:ext cx="579554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74C001FF-B6BB-4D5D-9C96-64B67F54064A}"/>
              </a:ext>
            </a:extLst>
          </p:cNvPr>
          <p:cNvCxnSpPr>
            <a:cxnSpLocks/>
          </p:cNvCxnSpPr>
          <p:nvPr/>
        </p:nvCxnSpPr>
        <p:spPr>
          <a:xfrm flipH="1">
            <a:off x="431461" y="2856375"/>
            <a:ext cx="579554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A574BE21-9EAB-4B97-9682-CA7BDEBFA8DE}"/>
              </a:ext>
            </a:extLst>
          </p:cNvPr>
          <p:cNvCxnSpPr>
            <a:cxnSpLocks/>
          </p:cNvCxnSpPr>
          <p:nvPr/>
        </p:nvCxnSpPr>
        <p:spPr>
          <a:xfrm flipH="1">
            <a:off x="2788612" y="2856375"/>
            <a:ext cx="579554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A9A14F43-DE86-4925-BF62-328A0170F995}"/>
              </a:ext>
            </a:extLst>
          </p:cNvPr>
          <p:cNvCxnSpPr>
            <a:cxnSpLocks/>
          </p:cNvCxnSpPr>
          <p:nvPr/>
        </p:nvCxnSpPr>
        <p:spPr>
          <a:xfrm flipH="1">
            <a:off x="3560783" y="2856375"/>
            <a:ext cx="579554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타원 67">
            <a:extLst>
              <a:ext uri="{FF2B5EF4-FFF2-40B4-BE49-F238E27FC236}">
                <a16:creationId xmlns:a16="http://schemas.microsoft.com/office/drawing/2014/main" id="{8CE8CA2A-A026-4037-A841-37DED53EE4B2}"/>
              </a:ext>
            </a:extLst>
          </p:cNvPr>
          <p:cNvSpPr/>
          <p:nvPr/>
        </p:nvSpPr>
        <p:spPr>
          <a:xfrm>
            <a:off x="1011015" y="2751169"/>
            <a:ext cx="178818" cy="178818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39A06C00-9A7F-4420-8DDE-15897EDD377A}"/>
              </a:ext>
            </a:extLst>
          </p:cNvPr>
          <p:cNvSpPr/>
          <p:nvPr/>
        </p:nvSpPr>
        <p:spPr>
          <a:xfrm>
            <a:off x="3343212" y="2743326"/>
            <a:ext cx="217571" cy="21757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94F0328F-CC23-4B97-B613-AB154606BFE2}"/>
              </a:ext>
            </a:extLst>
          </p:cNvPr>
          <p:cNvSpPr/>
          <p:nvPr/>
        </p:nvSpPr>
        <p:spPr>
          <a:xfrm>
            <a:off x="2559718" y="2672046"/>
            <a:ext cx="217571" cy="21757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3BCAC960-A23A-43F9-98A8-08ED7D707845}"/>
              </a:ext>
            </a:extLst>
          </p:cNvPr>
          <p:cNvSpPr/>
          <p:nvPr/>
        </p:nvSpPr>
        <p:spPr>
          <a:xfrm>
            <a:off x="1839634" y="2671691"/>
            <a:ext cx="217571" cy="21757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39DB1F19-F4CB-49E1-849F-D13442ABDC74}"/>
              </a:ext>
            </a:extLst>
          </p:cNvPr>
          <p:cNvSpPr/>
          <p:nvPr/>
        </p:nvSpPr>
        <p:spPr>
          <a:xfrm>
            <a:off x="2179877" y="2562906"/>
            <a:ext cx="217571" cy="21757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591D83CD-6697-4AF4-9C37-2A002335346C}"/>
              </a:ext>
            </a:extLst>
          </p:cNvPr>
          <p:cNvSpPr/>
          <p:nvPr/>
        </p:nvSpPr>
        <p:spPr>
          <a:xfrm>
            <a:off x="1994898" y="4039208"/>
            <a:ext cx="217571" cy="21757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6C21F231-9234-4FD8-AF19-F761EC8EF540}"/>
              </a:ext>
            </a:extLst>
          </p:cNvPr>
          <p:cNvSpPr/>
          <p:nvPr/>
        </p:nvSpPr>
        <p:spPr>
          <a:xfrm>
            <a:off x="2382588" y="4023709"/>
            <a:ext cx="217571" cy="21757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C9BDAAEB-4121-4689-99E6-AF9A4C634295}"/>
              </a:ext>
            </a:extLst>
          </p:cNvPr>
          <p:cNvSpPr/>
          <p:nvPr/>
        </p:nvSpPr>
        <p:spPr>
          <a:xfrm>
            <a:off x="1924552" y="5144631"/>
            <a:ext cx="217571" cy="21757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15DCB22B-D4D7-4AA2-A8B8-F987EFF9D680}"/>
              </a:ext>
            </a:extLst>
          </p:cNvPr>
          <p:cNvSpPr/>
          <p:nvPr/>
        </p:nvSpPr>
        <p:spPr>
          <a:xfrm>
            <a:off x="2474164" y="5126890"/>
            <a:ext cx="217571" cy="21757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6D9133BA-9872-4550-9D7E-985DBC5B2FBD}"/>
              </a:ext>
            </a:extLst>
          </p:cNvPr>
          <p:cNvSpPr txBox="1"/>
          <p:nvPr/>
        </p:nvSpPr>
        <p:spPr>
          <a:xfrm>
            <a:off x="1266328" y="1208764"/>
            <a:ext cx="1988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대상 </a:t>
            </a:r>
            <a:r>
              <a:rPr lang="en-US" altLang="ko-KR" dirty="0"/>
              <a:t>joint</a:t>
            </a:r>
            <a:r>
              <a:rPr lang="ko-KR" altLang="en-US" dirty="0"/>
              <a:t>의 영향 범위 정점 복사</a:t>
            </a:r>
            <a:endParaRPr lang="en-US" altLang="ko-KR" dirty="0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212FF48D-7B14-4075-9C92-41ECF684BE44}"/>
              </a:ext>
            </a:extLst>
          </p:cNvPr>
          <p:cNvSpPr/>
          <p:nvPr/>
        </p:nvSpPr>
        <p:spPr>
          <a:xfrm>
            <a:off x="2260592" y="2308216"/>
            <a:ext cx="1051013" cy="1051013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자유형: 도형 84">
            <a:extLst>
              <a:ext uri="{FF2B5EF4-FFF2-40B4-BE49-F238E27FC236}">
                <a16:creationId xmlns:a16="http://schemas.microsoft.com/office/drawing/2014/main" id="{3E64D7A6-00F6-4023-AF46-2C5C15A05E18}"/>
              </a:ext>
            </a:extLst>
          </p:cNvPr>
          <p:cNvSpPr/>
          <p:nvPr/>
        </p:nvSpPr>
        <p:spPr>
          <a:xfrm>
            <a:off x="3430662" y="3487989"/>
            <a:ext cx="1051014" cy="728989"/>
          </a:xfrm>
          <a:custGeom>
            <a:avLst/>
            <a:gdLst>
              <a:gd name="connsiteX0" fmla="*/ 494974 w 1051014"/>
              <a:gd name="connsiteY0" fmla="*/ 97141 h 728989"/>
              <a:gd name="connsiteX1" fmla="*/ 1037993 w 1051014"/>
              <a:gd name="connsiteY1" fmla="*/ 97141 h 728989"/>
              <a:gd name="connsiteX2" fmla="*/ 1040338 w 1051014"/>
              <a:gd name="connsiteY2" fmla="*/ 104695 h 728989"/>
              <a:gd name="connsiteX3" fmla="*/ 1051014 w 1051014"/>
              <a:gd name="connsiteY3" fmla="*/ 210603 h 728989"/>
              <a:gd name="connsiteX4" fmla="*/ 1040338 w 1051014"/>
              <a:gd name="connsiteY4" fmla="*/ 316511 h 728989"/>
              <a:gd name="connsiteX5" fmla="*/ 1033736 w 1051014"/>
              <a:gd name="connsiteY5" fmla="*/ 337777 h 728989"/>
              <a:gd name="connsiteX6" fmla="*/ 494974 w 1051014"/>
              <a:gd name="connsiteY6" fmla="*/ 337777 h 728989"/>
              <a:gd name="connsiteX7" fmla="*/ 454867 w 1051014"/>
              <a:gd name="connsiteY7" fmla="*/ 297670 h 728989"/>
              <a:gd name="connsiteX8" fmla="*/ 454867 w 1051014"/>
              <a:gd name="connsiteY8" fmla="*/ 137248 h 728989"/>
              <a:gd name="connsiteX9" fmla="*/ 494974 w 1051014"/>
              <a:gd name="connsiteY9" fmla="*/ 97141 h 728989"/>
              <a:gd name="connsiteX10" fmla="*/ 44582 w 1051014"/>
              <a:gd name="connsiteY10" fmla="*/ 0 h 728989"/>
              <a:gd name="connsiteX11" fmla="*/ 313156 w 1051014"/>
              <a:gd name="connsiteY11" fmla="*/ 0 h 728989"/>
              <a:gd name="connsiteX12" fmla="*/ 454866 w 1051014"/>
              <a:gd name="connsiteY12" fmla="*/ 141710 h 728989"/>
              <a:gd name="connsiteX13" fmla="*/ 454866 w 1051014"/>
              <a:gd name="connsiteY13" fmla="*/ 728989 h 728989"/>
              <a:gd name="connsiteX14" fmla="*/ 419599 w 1051014"/>
              <a:gd name="connsiteY14" fmla="*/ 725434 h 728989"/>
              <a:gd name="connsiteX15" fmla="*/ 0 w 1051014"/>
              <a:gd name="connsiteY15" fmla="*/ 210603 h 728989"/>
              <a:gd name="connsiteX16" fmla="*/ 41297 w 1051014"/>
              <a:gd name="connsiteY16" fmla="*/ 6052 h 728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51014" h="728989">
                <a:moveTo>
                  <a:pt x="494974" y="97141"/>
                </a:moveTo>
                <a:lnTo>
                  <a:pt x="1037993" y="97141"/>
                </a:lnTo>
                <a:lnTo>
                  <a:pt x="1040338" y="104695"/>
                </a:lnTo>
                <a:cubicBezTo>
                  <a:pt x="1047338" y="138904"/>
                  <a:pt x="1051014" y="174324"/>
                  <a:pt x="1051014" y="210603"/>
                </a:cubicBezTo>
                <a:cubicBezTo>
                  <a:pt x="1051014" y="246882"/>
                  <a:pt x="1047338" y="282302"/>
                  <a:pt x="1040338" y="316511"/>
                </a:cubicBezTo>
                <a:lnTo>
                  <a:pt x="1033736" y="337777"/>
                </a:lnTo>
                <a:lnTo>
                  <a:pt x="494974" y="337777"/>
                </a:lnTo>
                <a:cubicBezTo>
                  <a:pt x="472824" y="337777"/>
                  <a:pt x="454867" y="319820"/>
                  <a:pt x="454867" y="297670"/>
                </a:cubicBezTo>
                <a:lnTo>
                  <a:pt x="454867" y="137248"/>
                </a:lnTo>
                <a:cubicBezTo>
                  <a:pt x="454867" y="115098"/>
                  <a:pt x="472824" y="97141"/>
                  <a:pt x="494974" y="97141"/>
                </a:cubicBezTo>
                <a:close/>
                <a:moveTo>
                  <a:pt x="44582" y="0"/>
                </a:moveTo>
                <a:lnTo>
                  <a:pt x="313156" y="0"/>
                </a:lnTo>
                <a:cubicBezTo>
                  <a:pt x="391420" y="0"/>
                  <a:pt x="454866" y="63446"/>
                  <a:pt x="454866" y="141710"/>
                </a:cubicBezTo>
                <a:lnTo>
                  <a:pt x="454866" y="728989"/>
                </a:lnTo>
                <a:lnTo>
                  <a:pt x="419599" y="725434"/>
                </a:lnTo>
                <a:cubicBezTo>
                  <a:pt x="180134" y="676432"/>
                  <a:pt x="0" y="464554"/>
                  <a:pt x="0" y="210603"/>
                </a:cubicBezTo>
                <a:cubicBezTo>
                  <a:pt x="0" y="138046"/>
                  <a:pt x="14705" y="68923"/>
                  <a:pt x="41297" y="6052"/>
                </a:cubicBezTo>
                <a:close/>
              </a:path>
            </a:pathLst>
          </a:custGeom>
          <a:solidFill>
            <a:srgbClr val="D9D9D9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A0981BB-2A4D-404B-88EB-06676A5D413E}"/>
              </a:ext>
            </a:extLst>
          </p:cNvPr>
          <p:cNvSpPr txBox="1"/>
          <p:nvPr/>
        </p:nvSpPr>
        <p:spPr>
          <a:xfrm>
            <a:off x="3401725" y="4225354"/>
            <a:ext cx="1051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copy</a:t>
            </a:r>
          </a:p>
        </p:txBody>
      </p:sp>
      <p:sp>
        <p:nvSpPr>
          <p:cNvPr id="89" name="화살표: 오른쪽 88">
            <a:extLst>
              <a:ext uri="{FF2B5EF4-FFF2-40B4-BE49-F238E27FC236}">
                <a16:creationId xmlns:a16="http://schemas.microsoft.com/office/drawing/2014/main" id="{4B407CA7-BF18-47A3-9964-DC8A4496352C}"/>
              </a:ext>
            </a:extLst>
          </p:cNvPr>
          <p:cNvSpPr/>
          <p:nvPr/>
        </p:nvSpPr>
        <p:spPr>
          <a:xfrm>
            <a:off x="4830944" y="3575424"/>
            <a:ext cx="850242" cy="296893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자유형: 도형 95">
            <a:extLst>
              <a:ext uri="{FF2B5EF4-FFF2-40B4-BE49-F238E27FC236}">
                <a16:creationId xmlns:a16="http://schemas.microsoft.com/office/drawing/2014/main" id="{E605DE56-CEB1-49A1-9868-D53054D6B577}"/>
              </a:ext>
            </a:extLst>
          </p:cNvPr>
          <p:cNvSpPr/>
          <p:nvPr/>
        </p:nvSpPr>
        <p:spPr>
          <a:xfrm>
            <a:off x="6099157" y="3429000"/>
            <a:ext cx="1051014" cy="728989"/>
          </a:xfrm>
          <a:custGeom>
            <a:avLst/>
            <a:gdLst>
              <a:gd name="connsiteX0" fmla="*/ 494974 w 1051014"/>
              <a:gd name="connsiteY0" fmla="*/ 97141 h 728989"/>
              <a:gd name="connsiteX1" fmla="*/ 1037993 w 1051014"/>
              <a:gd name="connsiteY1" fmla="*/ 97141 h 728989"/>
              <a:gd name="connsiteX2" fmla="*/ 1040338 w 1051014"/>
              <a:gd name="connsiteY2" fmla="*/ 104695 h 728989"/>
              <a:gd name="connsiteX3" fmla="*/ 1051014 w 1051014"/>
              <a:gd name="connsiteY3" fmla="*/ 210603 h 728989"/>
              <a:gd name="connsiteX4" fmla="*/ 1040338 w 1051014"/>
              <a:gd name="connsiteY4" fmla="*/ 316511 h 728989"/>
              <a:gd name="connsiteX5" fmla="*/ 1033736 w 1051014"/>
              <a:gd name="connsiteY5" fmla="*/ 337777 h 728989"/>
              <a:gd name="connsiteX6" fmla="*/ 494974 w 1051014"/>
              <a:gd name="connsiteY6" fmla="*/ 337777 h 728989"/>
              <a:gd name="connsiteX7" fmla="*/ 454867 w 1051014"/>
              <a:gd name="connsiteY7" fmla="*/ 297670 h 728989"/>
              <a:gd name="connsiteX8" fmla="*/ 454867 w 1051014"/>
              <a:gd name="connsiteY8" fmla="*/ 137248 h 728989"/>
              <a:gd name="connsiteX9" fmla="*/ 494974 w 1051014"/>
              <a:gd name="connsiteY9" fmla="*/ 97141 h 728989"/>
              <a:gd name="connsiteX10" fmla="*/ 44582 w 1051014"/>
              <a:gd name="connsiteY10" fmla="*/ 0 h 728989"/>
              <a:gd name="connsiteX11" fmla="*/ 313156 w 1051014"/>
              <a:gd name="connsiteY11" fmla="*/ 0 h 728989"/>
              <a:gd name="connsiteX12" fmla="*/ 454866 w 1051014"/>
              <a:gd name="connsiteY12" fmla="*/ 141710 h 728989"/>
              <a:gd name="connsiteX13" fmla="*/ 454866 w 1051014"/>
              <a:gd name="connsiteY13" fmla="*/ 728989 h 728989"/>
              <a:gd name="connsiteX14" fmla="*/ 419599 w 1051014"/>
              <a:gd name="connsiteY14" fmla="*/ 725434 h 728989"/>
              <a:gd name="connsiteX15" fmla="*/ 0 w 1051014"/>
              <a:gd name="connsiteY15" fmla="*/ 210603 h 728989"/>
              <a:gd name="connsiteX16" fmla="*/ 41297 w 1051014"/>
              <a:gd name="connsiteY16" fmla="*/ 6052 h 728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51014" h="728989">
                <a:moveTo>
                  <a:pt x="494974" y="97141"/>
                </a:moveTo>
                <a:lnTo>
                  <a:pt x="1037993" y="97141"/>
                </a:lnTo>
                <a:lnTo>
                  <a:pt x="1040338" y="104695"/>
                </a:lnTo>
                <a:cubicBezTo>
                  <a:pt x="1047338" y="138904"/>
                  <a:pt x="1051014" y="174324"/>
                  <a:pt x="1051014" y="210603"/>
                </a:cubicBezTo>
                <a:cubicBezTo>
                  <a:pt x="1051014" y="246882"/>
                  <a:pt x="1047338" y="282302"/>
                  <a:pt x="1040338" y="316511"/>
                </a:cubicBezTo>
                <a:lnTo>
                  <a:pt x="1033736" y="337777"/>
                </a:lnTo>
                <a:lnTo>
                  <a:pt x="494974" y="337777"/>
                </a:lnTo>
                <a:cubicBezTo>
                  <a:pt x="472824" y="337777"/>
                  <a:pt x="454867" y="319820"/>
                  <a:pt x="454867" y="297670"/>
                </a:cubicBezTo>
                <a:lnTo>
                  <a:pt x="454867" y="137248"/>
                </a:lnTo>
                <a:cubicBezTo>
                  <a:pt x="454867" y="115098"/>
                  <a:pt x="472824" y="97141"/>
                  <a:pt x="494974" y="97141"/>
                </a:cubicBezTo>
                <a:close/>
                <a:moveTo>
                  <a:pt x="44582" y="0"/>
                </a:moveTo>
                <a:lnTo>
                  <a:pt x="313156" y="0"/>
                </a:lnTo>
                <a:cubicBezTo>
                  <a:pt x="391420" y="0"/>
                  <a:pt x="454866" y="63446"/>
                  <a:pt x="454866" y="141710"/>
                </a:cubicBezTo>
                <a:lnTo>
                  <a:pt x="454866" y="728989"/>
                </a:lnTo>
                <a:lnTo>
                  <a:pt x="419599" y="725434"/>
                </a:lnTo>
                <a:cubicBezTo>
                  <a:pt x="180134" y="676432"/>
                  <a:pt x="0" y="464554"/>
                  <a:pt x="0" y="210603"/>
                </a:cubicBezTo>
                <a:cubicBezTo>
                  <a:pt x="0" y="138046"/>
                  <a:pt x="14705" y="68923"/>
                  <a:pt x="41297" y="6052"/>
                </a:cubicBezTo>
                <a:close/>
              </a:path>
            </a:pathLst>
          </a:custGeom>
          <a:solidFill>
            <a:srgbClr val="D9D9D9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2FF9246A-A749-4770-8CB0-D4017E6038F9}"/>
              </a:ext>
            </a:extLst>
          </p:cNvPr>
          <p:cNvCxnSpPr>
            <a:cxnSpLocks/>
          </p:cNvCxnSpPr>
          <p:nvPr/>
        </p:nvCxnSpPr>
        <p:spPr>
          <a:xfrm>
            <a:off x="6698191" y="2476816"/>
            <a:ext cx="24030" cy="2494110"/>
          </a:xfrm>
          <a:prstGeom prst="line">
            <a:avLst/>
          </a:prstGeom>
          <a:ln w="571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자유형: 도형 102">
            <a:extLst>
              <a:ext uri="{FF2B5EF4-FFF2-40B4-BE49-F238E27FC236}">
                <a16:creationId xmlns:a16="http://schemas.microsoft.com/office/drawing/2014/main" id="{E22AF28C-2E24-4DCC-BF6A-408009D81A77}"/>
              </a:ext>
            </a:extLst>
          </p:cNvPr>
          <p:cNvSpPr/>
          <p:nvPr/>
        </p:nvSpPr>
        <p:spPr>
          <a:xfrm>
            <a:off x="9339466" y="3403038"/>
            <a:ext cx="623064" cy="728989"/>
          </a:xfrm>
          <a:custGeom>
            <a:avLst/>
            <a:gdLst>
              <a:gd name="connsiteX0" fmla="*/ 494974 w 623064"/>
              <a:gd name="connsiteY0" fmla="*/ 97141 h 728989"/>
              <a:gd name="connsiteX1" fmla="*/ 623064 w 623064"/>
              <a:gd name="connsiteY1" fmla="*/ 97141 h 728989"/>
              <a:gd name="connsiteX2" fmla="*/ 623064 w 623064"/>
              <a:gd name="connsiteY2" fmla="*/ 337777 h 728989"/>
              <a:gd name="connsiteX3" fmla="*/ 494974 w 623064"/>
              <a:gd name="connsiteY3" fmla="*/ 337777 h 728989"/>
              <a:gd name="connsiteX4" fmla="*/ 454867 w 623064"/>
              <a:gd name="connsiteY4" fmla="*/ 297670 h 728989"/>
              <a:gd name="connsiteX5" fmla="*/ 454867 w 623064"/>
              <a:gd name="connsiteY5" fmla="*/ 137248 h 728989"/>
              <a:gd name="connsiteX6" fmla="*/ 494974 w 623064"/>
              <a:gd name="connsiteY6" fmla="*/ 97141 h 728989"/>
              <a:gd name="connsiteX7" fmla="*/ 44582 w 623064"/>
              <a:gd name="connsiteY7" fmla="*/ 0 h 728989"/>
              <a:gd name="connsiteX8" fmla="*/ 313156 w 623064"/>
              <a:gd name="connsiteY8" fmla="*/ 0 h 728989"/>
              <a:gd name="connsiteX9" fmla="*/ 454866 w 623064"/>
              <a:gd name="connsiteY9" fmla="*/ 141710 h 728989"/>
              <a:gd name="connsiteX10" fmla="*/ 454866 w 623064"/>
              <a:gd name="connsiteY10" fmla="*/ 728989 h 728989"/>
              <a:gd name="connsiteX11" fmla="*/ 419599 w 623064"/>
              <a:gd name="connsiteY11" fmla="*/ 725434 h 728989"/>
              <a:gd name="connsiteX12" fmla="*/ 0 w 623064"/>
              <a:gd name="connsiteY12" fmla="*/ 210603 h 728989"/>
              <a:gd name="connsiteX13" fmla="*/ 41297 w 623064"/>
              <a:gd name="connsiteY13" fmla="*/ 6052 h 728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23064" h="728989">
                <a:moveTo>
                  <a:pt x="494974" y="97141"/>
                </a:moveTo>
                <a:lnTo>
                  <a:pt x="623064" y="97141"/>
                </a:lnTo>
                <a:lnTo>
                  <a:pt x="623064" y="337777"/>
                </a:lnTo>
                <a:lnTo>
                  <a:pt x="494974" y="337777"/>
                </a:lnTo>
                <a:cubicBezTo>
                  <a:pt x="472824" y="337777"/>
                  <a:pt x="454867" y="319820"/>
                  <a:pt x="454867" y="297670"/>
                </a:cubicBezTo>
                <a:lnTo>
                  <a:pt x="454867" y="137248"/>
                </a:lnTo>
                <a:cubicBezTo>
                  <a:pt x="454867" y="115098"/>
                  <a:pt x="472824" y="97141"/>
                  <a:pt x="494974" y="97141"/>
                </a:cubicBezTo>
                <a:close/>
                <a:moveTo>
                  <a:pt x="44582" y="0"/>
                </a:moveTo>
                <a:lnTo>
                  <a:pt x="313156" y="0"/>
                </a:lnTo>
                <a:cubicBezTo>
                  <a:pt x="391420" y="0"/>
                  <a:pt x="454866" y="63446"/>
                  <a:pt x="454866" y="141710"/>
                </a:cubicBezTo>
                <a:lnTo>
                  <a:pt x="454866" y="728989"/>
                </a:lnTo>
                <a:lnTo>
                  <a:pt x="419599" y="725434"/>
                </a:lnTo>
                <a:cubicBezTo>
                  <a:pt x="180134" y="676432"/>
                  <a:pt x="0" y="464554"/>
                  <a:pt x="0" y="210603"/>
                </a:cubicBezTo>
                <a:cubicBezTo>
                  <a:pt x="0" y="138046"/>
                  <a:pt x="14705" y="68923"/>
                  <a:pt x="41297" y="6052"/>
                </a:cubicBezTo>
                <a:close/>
              </a:path>
            </a:pathLst>
          </a:custGeom>
          <a:solidFill>
            <a:srgbClr val="D9D9D9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2" name="자유형: 도형 101">
            <a:extLst>
              <a:ext uri="{FF2B5EF4-FFF2-40B4-BE49-F238E27FC236}">
                <a16:creationId xmlns:a16="http://schemas.microsoft.com/office/drawing/2014/main" id="{2E001087-A73C-4A25-9520-604CDDF81036}"/>
              </a:ext>
            </a:extLst>
          </p:cNvPr>
          <p:cNvSpPr/>
          <p:nvPr/>
        </p:nvSpPr>
        <p:spPr>
          <a:xfrm>
            <a:off x="10533870" y="3487989"/>
            <a:ext cx="427950" cy="240636"/>
          </a:xfrm>
          <a:custGeom>
            <a:avLst/>
            <a:gdLst>
              <a:gd name="connsiteX0" fmla="*/ 0 w 427950"/>
              <a:gd name="connsiteY0" fmla="*/ 0 h 240636"/>
              <a:gd name="connsiteX1" fmla="*/ 414929 w 427950"/>
              <a:gd name="connsiteY1" fmla="*/ 0 h 240636"/>
              <a:gd name="connsiteX2" fmla="*/ 417274 w 427950"/>
              <a:gd name="connsiteY2" fmla="*/ 7554 h 240636"/>
              <a:gd name="connsiteX3" fmla="*/ 427950 w 427950"/>
              <a:gd name="connsiteY3" fmla="*/ 113462 h 240636"/>
              <a:gd name="connsiteX4" fmla="*/ 417274 w 427950"/>
              <a:gd name="connsiteY4" fmla="*/ 219370 h 240636"/>
              <a:gd name="connsiteX5" fmla="*/ 410672 w 427950"/>
              <a:gd name="connsiteY5" fmla="*/ 240636 h 240636"/>
              <a:gd name="connsiteX6" fmla="*/ 0 w 427950"/>
              <a:gd name="connsiteY6" fmla="*/ 240636 h 240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7950" h="240636">
                <a:moveTo>
                  <a:pt x="0" y="0"/>
                </a:moveTo>
                <a:lnTo>
                  <a:pt x="414929" y="0"/>
                </a:lnTo>
                <a:lnTo>
                  <a:pt x="417274" y="7554"/>
                </a:lnTo>
                <a:cubicBezTo>
                  <a:pt x="424274" y="41763"/>
                  <a:pt x="427950" y="77183"/>
                  <a:pt x="427950" y="113462"/>
                </a:cubicBezTo>
                <a:cubicBezTo>
                  <a:pt x="427950" y="149741"/>
                  <a:pt x="424274" y="185161"/>
                  <a:pt x="417274" y="219370"/>
                </a:cubicBezTo>
                <a:lnTo>
                  <a:pt x="410672" y="240636"/>
                </a:lnTo>
                <a:lnTo>
                  <a:pt x="0" y="240636"/>
                </a:lnTo>
                <a:close/>
              </a:path>
            </a:pathLst>
          </a:custGeom>
          <a:solidFill>
            <a:srgbClr val="D9D9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4" name="화살표: 오른쪽 103">
            <a:extLst>
              <a:ext uri="{FF2B5EF4-FFF2-40B4-BE49-F238E27FC236}">
                <a16:creationId xmlns:a16="http://schemas.microsoft.com/office/drawing/2014/main" id="{306325A1-D1EC-48AA-877B-52B85FD3F65C}"/>
              </a:ext>
            </a:extLst>
          </p:cNvPr>
          <p:cNvSpPr/>
          <p:nvPr/>
        </p:nvSpPr>
        <p:spPr>
          <a:xfrm>
            <a:off x="7981194" y="3513951"/>
            <a:ext cx="850242" cy="296893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1F8DBFF0-0DE2-486F-8F4C-CED8516E7B98}"/>
              </a:ext>
            </a:extLst>
          </p:cNvPr>
          <p:cNvSpPr txBox="1"/>
          <p:nvPr/>
        </p:nvSpPr>
        <p:spPr>
          <a:xfrm>
            <a:off x="5681186" y="1347263"/>
            <a:ext cx="1988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Static mesh </a:t>
            </a:r>
            <a:r>
              <a:rPr lang="ko-KR" altLang="en-US" dirty="0"/>
              <a:t>절단</a:t>
            </a:r>
            <a:endParaRPr lang="en-US" altLang="ko-KR" dirty="0"/>
          </a:p>
        </p:txBody>
      </p:sp>
      <p:sp>
        <p:nvSpPr>
          <p:cNvPr id="109" name="L 도형 108">
            <a:extLst>
              <a:ext uri="{FF2B5EF4-FFF2-40B4-BE49-F238E27FC236}">
                <a16:creationId xmlns:a16="http://schemas.microsoft.com/office/drawing/2014/main" id="{42138770-5B04-4BD1-AE1A-FB434AC9C85C}"/>
              </a:ext>
            </a:extLst>
          </p:cNvPr>
          <p:cNvSpPr/>
          <p:nvPr/>
        </p:nvSpPr>
        <p:spPr>
          <a:xfrm rot="18598304">
            <a:off x="2535332" y="2352267"/>
            <a:ext cx="560547" cy="240637"/>
          </a:xfrm>
          <a:prstGeom prst="corne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EE352F70-30B3-47D7-B3C4-E12EA7D84D4F}"/>
              </a:ext>
            </a:extLst>
          </p:cNvPr>
          <p:cNvSpPr txBox="1"/>
          <p:nvPr/>
        </p:nvSpPr>
        <p:spPr>
          <a:xfrm>
            <a:off x="8975520" y="4289664"/>
            <a:ext cx="19885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잠시 보관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4655994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8BCA6D2-F959-48BA-8DB5-4767ABB50B08}"/>
              </a:ext>
            </a:extLst>
          </p:cNvPr>
          <p:cNvSpPr/>
          <p:nvPr/>
        </p:nvSpPr>
        <p:spPr>
          <a:xfrm rot="19528462">
            <a:off x="8875032" y="2360296"/>
            <a:ext cx="778637" cy="2917084"/>
          </a:xfrm>
          <a:custGeom>
            <a:avLst/>
            <a:gdLst>
              <a:gd name="connsiteX0" fmla="*/ 0 w 260393"/>
              <a:gd name="connsiteY0" fmla="*/ 43400 h 1423244"/>
              <a:gd name="connsiteX1" fmla="*/ 43400 w 260393"/>
              <a:gd name="connsiteY1" fmla="*/ 0 h 1423244"/>
              <a:gd name="connsiteX2" fmla="*/ 216993 w 260393"/>
              <a:gd name="connsiteY2" fmla="*/ 0 h 1423244"/>
              <a:gd name="connsiteX3" fmla="*/ 260393 w 260393"/>
              <a:gd name="connsiteY3" fmla="*/ 43400 h 1423244"/>
              <a:gd name="connsiteX4" fmla="*/ 260393 w 260393"/>
              <a:gd name="connsiteY4" fmla="*/ 1379844 h 1423244"/>
              <a:gd name="connsiteX5" fmla="*/ 216993 w 260393"/>
              <a:gd name="connsiteY5" fmla="*/ 1423244 h 1423244"/>
              <a:gd name="connsiteX6" fmla="*/ 43400 w 260393"/>
              <a:gd name="connsiteY6" fmla="*/ 1423244 h 1423244"/>
              <a:gd name="connsiteX7" fmla="*/ 0 w 260393"/>
              <a:gd name="connsiteY7" fmla="*/ 1379844 h 1423244"/>
              <a:gd name="connsiteX8" fmla="*/ 0 w 260393"/>
              <a:gd name="connsiteY8" fmla="*/ 43400 h 1423244"/>
              <a:gd name="connsiteX0" fmla="*/ 299759 w 560152"/>
              <a:gd name="connsiteY0" fmla="*/ 43400 h 2130288"/>
              <a:gd name="connsiteX1" fmla="*/ 343159 w 560152"/>
              <a:gd name="connsiteY1" fmla="*/ 0 h 2130288"/>
              <a:gd name="connsiteX2" fmla="*/ 516752 w 560152"/>
              <a:gd name="connsiteY2" fmla="*/ 0 h 2130288"/>
              <a:gd name="connsiteX3" fmla="*/ 560152 w 560152"/>
              <a:gd name="connsiteY3" fmla="*/ 43400 h 2130288"/>
              <a:gd name="connsiteX4" fmla="*/ 560152 w 560152"/>
              <a:gd name="connsiteY4" fmla="*/ 1379844 h 2130288"/>
              <a:gd name="connsiteX5" fmla="*/ 516752 w 560152"/>
              <a:gd name="connsiteY5" fmla="*/ 1423244 h 2130288"/>
              <a:gd name="connsiteX6" fmla="*/ 1272 w 560152"/>
              <a:gd name="connsiteY6" fmla="*/ 2130288 h 2130288"/>
              <a:gd name="connsiteX7" fmla="*/ 299759 w 560152"/>
              <a:gd name="connsiteY7" fmla="*/ 1379844 h 2130288"/>
              <a:gd name="connsiteX8" fmla="*/ 299759 w 560152"/>
              <a:gd name="connsiteY8" fmla="*/ 43400 h 2130288"/>
              <a:gd name="connsiteX0" fmla="*/ 299497 w 559890"/>
              <a:gd name="connsiteY0" fmla="*/ 43400 h 2130288"/>
              <a:gd name="connsiteX1" fmla="*/ 342897 w 559890"/>
              <a:gd name="connsiteY1" fmla="*/ 0 h 2130288"/>
              <a:gd name="connsiteX2" fmla="*/ 516490 w 559890"/>
              <a:gd name="connsiteY2" fmla="*/ 0 h 2130288"/>
              <a:gd name="connsiteX3" fmla="*/ 559890 w 559890"/>
              <a:gd name="connsiteY3" fmla="*/ 43400 h 2130288"/>
              <a:gd name="connsiteX4" fmla="*/ 559890 w 559890"/>
              <a:gd name="connsiteY4" fmla="*/ 1379844 h 2130288"/>
              <a:gd name="connsiteX5" fmla="*/ 516490 w 559890"/>
              <a:gd name="connsiteY5" fmla="*/ 1423244 h 2130288"/>
              <a:gd name="connsiteX6" fmla="*/ 1010 w 559890"/>
              <a:gd name="connsiteY6" fmla="*/ 2130288 h 2130288"/>
              <a:gd name="connsiteX7" fmla="*/ 387793 w 559890"/>
              <a:gd name="connsiteY7" fmla="*/ 1394343 h 2130288"/>
              <a:gd name="connsiteX8" fmla="*/ 299497 w 559890"/>
              <a:gd name="connsiteY8" fmla="*/ 43400 h 2130288"/>
              <a:gd name="connsiteX0" fmla="*/ 299497 w 559890"/>
              <a:gd name="connsiteY0" fmla="*/ 43400 h 2130288"/>
              <a:gd name="connsiteX1" fmla="*/ 342897 w 559890"/>
              <a:gd name="connsiteY1" fmla="*/ 0 h 2130288"/>
              <a:gd name="connsiteX2" fmla="*/ 516490 w 559890"/>
              <a:gd name="connsiteY2" fmla="*/ 0 h 2130288"/>
              <a:gd name="connsiteX3" fmla="*/ 559890 w 559890"/>
              <a:gd name="connsiteY3" fmla="*/ 43400 h 2130288"/>
              <a:gd name="connsiteX4" fmla="*/ 476268 w 559890"/>
              <a:gd name="connsiteY4" fmla="*/ 1316536 h 2130288"/>
              <a:gd name="connsiteX5" fmla="*/ 516490 w 559890"/>
              <a:gd name="connsiteY5" fmla="*/ 1423244 h 2130288"/>
              <a:gd name="connsiteX6" fmla="*/ 1010 w 559890"/>
              <a:gd name="connsiteY6" fmla="*/ 2130288 h 2130288"/>
              <a:gd name="connsiteX7" fmla="*/ 387793 w 559890"/>
              <a:gd name="connsiteY7" fmla="*/ 1394343 h 2130288"/>
              <a:gd name="connsiteX8" fmla="*/ 299497 w 559890"/>
              <a:gd name="connsiteY8" fmla="*/ 43400 h 2130288"/>
              <a:gd name="connsiteX0" fmla="*/ 346170 w 606563"/>
              <a:gd name="connsiteY0" fmla="*/ 43400 h 2877598"/>
              <a:gd name="connsiteX1" fmla="*/ 389570 w 606563"/>
              <a:gd name="connsiteY1" fmla="*/ 0 h 2877598"/>
              <a:gd name="connsiteX2" fmla="*/ 563163 w 606563"/>
              <a:gd name="connsiteY2" fmla="*/ 0 h 2877598"/>
              <a:gd name="connsiteX3" fmla="*/ 606563 w 606563"/>
              <a:gd name="connsiteY3" fmla="*/ 43400 h 2877598"/>
              <a:gd name="connsiteX4" fmla="*/ 522941 w 606563"/>
              <a:gd name="connsiteY4" fmla="*/ 1316536 h 2877598"/>
              <a:gd name="connsiteX5" fmla="*/ 13544 w 606563"/>
              <a:gd name="connsiteY5" fmla="*/ 2877598 h 2877598"/>
              <a:gd name="connsiteX6" fmla="*/ 47683 w 606563"/>
              <a:gd name="connsiteY6" fmla="*/ 2130288 h 2877598"/>
              <a:gd name="connsiteX7" fmla="*/ 434466 w 606563"/>
              <a:gd name="connsiteY7" fmla="*/ 1394343 h 2877598"/>
              <a:gd name="connsiteX8" fmla="*/ 346170 w 606563"/>
              <a:gd name="connsiteY8" fmla="*/ 43400 h 2877598"/>
              <a:gd name="connsiteX0" fmla="*/ 516709 w 777102"/>
              <a:gd name="connsiteY0" fmla="*/ 43400 h 2917084"/>
              <a:gd name="connsiteX1" fmla="*/ 560109 w 777102"/>
              <a:gd name="connsiteY1" fmla="*/ 0 h 2917084"/>
              <a:gd name="connsiteX2" fmla="*/ 733702 w 777102"/>
              <a:gd name="connsiteY2" fmla="*/ 0 h 2917084"/>
              <a:gd name="connsiteX3" fmla="*/ 777102 w 777102"/>
              <a:gd name="connsiteY3" fmla="*/ 43400 h 2917084"/>
              <a:gd name="connsiteX4" fmla="*/ 693480 w 777102"/>
              <a:gd name="connsiteY4" fmla="*/ 1316536 h 2917084"/>
              <a:gd name="connsiteX5" fmla="*/ 184083 w 777102"/>
              <a:gd name="connsiteY5" fmla="*/ 2877598 h 2917084"/>
              <a:gd name="connsiteX6" fmla="*/ 668 w 777102"/>
              <a:gd name="connsiteY6" fmla="*/ 2917084 h 2917084"/>
              <a:gd name="connsiteX7" fmla="*/ 605005 w 777102"/>
              <a:gd name="connsiteY7" fmla="*/ 1394343 h 2917084"/>
              <a:gd name="connsiteX8" fmla="*/ 516709 w 777102"/>
              <a:gd name="connsiteY8" fmla="*/ 43400 h 2917084"/>
              <a:gd name="connsiteX0" fmla="*/ 516879 w 777272"/>
              <a:gd name="connsiteY0" fmla="*/ 43400 h 2917084"/>
              <a:gd name="connsiteX1" fmla="*/ 560279 w 777272"/>
              <a:gd name="connsiteY1" fmla="*/ 0 h 2917084"/>
              <a:gd name="connsiteX2" fmla="*/ 733872 w 777272"/>
              <a:gd name="connsiteY2" fmla="*/ 0 h 2917084"/>
              <a:gd name="connsiteX3" fmla="*/ 777272 w 777272"/>
              <a:gd name="connsiteY3" fmla="*/ 43400 h 2917084"/>
              <a:gd name="connsiteX4" fmla="*/ 693650 w 777272"/>
              <a:gd name="connsiteY4" fmla="*/ 1316536 h 2917084"/>
              <a:gd name="connsiteX5" fmla="*/ 184253 w 777272"/>
              <a:gd name="connsiteY5" fmla="*/ 2877598 h 2917084"/>
              <a:gd name="connsiteX6" fmla="*/ 838 w 777272"/>
              <a:gd name="connsiteY6" fmla="*/ 2917084 h 2917084"/>
              <a:gd name="connsiteX7" fmla="*/ 474886 w 777272"/>
              <a:gd name="connsiteY7" fmla="*/ 1541719 h 2917084"/>
              <a:gd name="connsiteX8" fmla="*/ 516879 w 777272"/>
              <a:gd name="connsiteY8" fmla="*/ 43400 h 2917084"/>
              <a:gd name="connsiteX0" fmla="*/ 516879 w 777272"/>
              <a:gd name="connsiteY0" fmla="*/ 43400 h 2917084"/>
              <a:gd name="connsiteX1" fmla="*/ 560279 w 777272"/>
              <a:gd name="connsiteY1" fmla="*/ 0 h 2917084"/>
              <a:gd name="connsiteX2" fmla="*/ 733872 w 777272"/>
              <a:gd name="connsiteY2" fmla="*/ 0 h 2917084"/>
              <a:gd name="connsiteX3" fmla="*/ 777272 w 777272"/>
              <a:gd name="connsiteY3" fmla="*/ 43400 h 2917084"/>
              <a:gd name="connsiteX4" fmla="*/ 362698 w 777272"/>
              <a:gd name="connsiteY4" fmla="*/ 2360599 h 2917084"/>
              <a:gd name="connsiteX5" fmla="*/ 184253 w 777272"/>
              <a:gd name="connsiteY5" fmla="*/ 2877598 h 2917084"/>
              <a:gd name="connsiteX6" fmla="*/ 838 w 777272"/>
              <a:gd name="connsiteY6" fmla="*/ 2917084 h 2917084"/>
              <a:gd name="connsiteX7" fmla="*/ 474886 w 777272"/>
              <a:gd name="connsiteY7" fmla="*/ 1541719 h 2917084"/>
              <a:gd name="connsiteX8" fmla="*/ 516879 w 777272"/>
              <a:gd name="connsiteY8" fmla="*/ 43400 h 2917084"/>
              <a:gd name="connsiteX0" fmla="*/ 518244 w 778637"/>
              <a:gd name="connsiteY0" fmla="*/ 43400 h 2917084"/>
              <a:gd name="connsiteX1" fmla="*/ 561644 w 778637"/>
              <a:gd name="connsiteY1" fmla="*/ 0 h 2917084"/>
              <a:gd name="connsiteX2" fmla="*/ 735237 w 778637"/>
              <a:gd name="connsiteY2" fmla="*/ 0 h 2917084"/>
              <a:gd name="connsiteX3" fmla="*/ 778637 w 778637"/>
              <a:gd name="connsiteY3" fmla="*/ 43400 h 2917084"/>
              <a:gd name="connsiteX4" fmla="*/ 364063 w 778637"/>
              <a:gd name="connsiteY4" fmla="*/ 2360599 h 2917084"/>
              <a:gd name="connsiteX5" fmla="*/ 185618 w 778637"/>
              <a:gd name="connsiteY5" fmla="*/ 2877598 h 2917084"/>
              <a:gd name="connsiteX6" fmla="*/ 2203 w 778637"/>
              <a:gd name="connsiteY6" fmla="*/ 2917084 h 2917084"/>
              <a:gd name="connsiteX7" fmla="*/ 157682 w 778637"/>
              <a:gd name="connsiteY7" fmla="*/ 2189657 h 2917084"/>
              <a:gd name="connsiteX8" fmla="*/ 518244 w 778637"/>
              <a:gd name="connsiteY8" fmla="*/ 43400 h 2917084"/>
              <a:gd name="connsiteX0" fmla="*/ 518244 w 778637"/>
              <a:gd name="connsiteY0" fmla="*/ 43400 h 2917084"/>
              <a:gd name="connsiteX1" fmla="*/ 561644 w 778637"/>
              <a:gd name="connsiteY1" fmla="*/ 0 h 2917084"/>
              <a:gd name="connsiteX2" fmla="*/ 735237 w 778637"/>
              <a:gd name="connsiteY2" fmla="*/ 0 h 2917084"/>
              <a:gd name="connsiteX3" fmla="*/ 778637 w 778637"/>
              <a:gd name="connsiteY3" fmla="*/ 43400 h 2917084"/>
              <a:gd name="connsiteX4" fmla="*/ 210232 w 778637"/>
              <a:gd name="connsiteY4" fmla="*/ 2491778 h 2917084"/>
              <a:gd name="connsiteX5" fmla="*/ 185618 w 778637"/>
              <a:gd name="connsiteY5" fmla="*/ 2877598 h 2917084"/>
              <a:gd name="connsiteX6" fmla="*/ 2203 w 778637"/>
              <a:gd name="connsiteY6" fmla="*/ 2917084 h 2917084"/>
              <a:gd name="connsiteX7" fmla="*/ 157682 w 778637"/>
              <a:gd name="connsiteY7" fmla="*/ 2189657 h 2917084"/>
              <a:gd name="connsiteX8" fmla="*/ 518244 w 778637"/>
              <a:gd name="connsiteY8" fmla="*/ 43400 h 2917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78637" h="2917084">
                <a:moveTo>
                  <a:pt x="518244" y="43400"/>
                </a:moveTo>
                <a:cubicBezTo>
                  <a:pt x="518244" y="19431"/>
                  <a:pt x="537675" y="0"/>
                  <a:pt x="561644" y="0"/>
                </a:cubicBezTo>
                <a:lnTo>
                  <a:pt x="735237" y="0"/>
                </a:lnTo>
                <a:cubicBezTo>
                  <a:pt x="759206" y="0"/>
                  <a:pt x="778637" y="19431"/>
                  <a:pt x="778637" y="43400"/>
                </a:cubicBezTo>
                <a:lnTo>
                  <a:pt x="210232" y="2491778"/>
                </a:lnTo>
                <a:cubicBezTo>
                  <a:pt x="210232" y="2515747"/>
                  <a:pt x="209587" y="2877598"/>
                  <a:pt x="185618" y="2877598"/>
                </a:cubicBezTo>
                <a:cubicBezTo>
                  <a:pt x="127754" y="2877598"/>
                  <a:pt x="60067" y="2917084"/>
                  <a:pt x="2203" y="2917084"/>
                </a:cubicBezTo>
                <a:cubicBezTo>
                  <a:pt x="-21766" y="2917084"/>
                  <a:pt x="157682" y="2213626"/>
                  <a:pt x="157682" y="2189657"/>
                </a:cubicBezTo>
                <a:lnTo>
                  <a:pt x="518244" y="43400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사각형: 둥근 모서리 108">
            <a:extLst>
              <a:ext uri="{FF2B5EF4-FFF2-40B4-BE49-F238E27FC236}">
                <a16:creationId xmlns:a16="http://schemas.microsoft.com/office/drawing/2014/main" id="{5A1744F4-84E6-435F-969B-E76811A575C1}"/>
              </a:ext>
            </a:extLst>
          </p:cNvPr>
          <p:cNvSpPr/>
          <p:nvPr/>
        </p:nvSpPr>
        <p:spPr>
          <a:xfrm rot="17075790">
            <a:off x="10412051" y="4578380"/>
            <a:ext cx="262461" cy="1628353"/>
          </a:xfrm>
          <a:custGeom>
            <a:avLst/>
            <a:gdLst>
              <a:gd name="connsiteX0" fmla="*/ 0 w 260393"/>
              <a:gd name="connsiteY0" fmla="*/ 43400 h 1678474"/>
              <a:gd name="connsiteX1" fmla="*/ 43400 w 260393"/>
              <a:gd name="connsiteY1" fmla="*/ 0 h 1678474"/>
              <a:gd name="connsiteX2" fmla="*/ 216993 w 260393"/>
              <a:gd name="connsiteY2" fmla="*/ 0 h 1678474"/>
              <a:gd name="connsiteX3" fmla="*/ 260393 w 260393"/>
              <a:gd name="connsiteY3" fmla="*/ 43400 h 1678474"/>
              <a:gd name="connsiteX4" fmla="*/ 260393 w 260393"/>
              <a:gd name="connsiteY4" fmla="*/ 1635074 h 1678474"/>
              <a:gd name="connsiteX5" fmla="*/ 216993 w 260393"/>
              <a:gd name="connsiteY5" fmla="*/ 1678474 h 1678474"/>
              <a:gd name="connsiteX6" fmla="*/ 43400 w 260393"/>
              <a:gd name="connsiteY6" fmla="*/ 1678474 h 1678474"/>
              <a:gd name="connsiteX7" fmla="*/ 0 w 260393"/>
              <a:gd name="connsiteY7" fmla="*/ 1635074 h 1678474"/>
              <a:gd name="connsiteX8" fmla="*/ 0 w 260393"/>
              <a:gd name="connsiteY8" fmla="*/ 43400 h 1678474"/>
              <a:gd name="connsiteX0" fmla="*/ 58089 w 260393"/>
              <a:gd name="connsiteY0" fmla="*/ 77486 h 1678474"/>
              <a:gd name="connsiteX1" fmla="*/ 43400 w 260393"/>
              <a:gd name="connsiteY1" fmla="*/ 0 h 1678474"/>
              <a:gd name="connsiteX2" fmla="*/ 216993 w 260393"/>
              <a:gd name="connsiteY2" fmla="*/ 0 h 1678474"/>
              <a:gd name="connsiteX3" fmla="*/ 260393 w 260393"/>
              <a:gd name="connsiteY3" fmla="*/ 43400 h 1678474"/>
              <a:gd name="connsiteX4" fmla="*/ 260393 w 260393"/>
              <a:gd name="connsiteY4" fmla="*/ 1635074 h 1678474"/>
              <a:gd name="connsiteX5" fmla="*/ 216993 w 260393"/>
              <a:gd name="connsiteY5" fmla="*/ 1678474 h 1678474"/>
              <a:gd name="connsiteX6" fmla="*/ 43400 w 260393"/>
              <a:gd name="connsiteY6" fmla="*/ 1678474 h 1678474"/>
              <a:gd name="connsiteX7" fmla="*/ 0 w 260393"/>
              <a:gd name="connsiteY7" fmla="*/ 1635074 h 1678474"/>
              <a:gd name="connsiteX8" fmla="*/ 58089 w 260393"/>
              <a:gd name="connsiteY8" fmla="*/ 77486 h 1678474"/>
              <a:gd name="connsiteX0" fmla="*/ 58089 w 260393"/>
              <a:gd name="connsiteY0" fmla="*/ 77486 h 1678474"/>
              <a:gd name="connsiteX1" fmla="*/ 43400 w 260393"/>
              <a:gd name="connsiteY1" fmla="*/ 0 h 1678474"/>
              <a:gd name="connsiteX2" fmla="*/ 190876 w 260393"/>
              <a:gd name="connsiteY2" fmla="*/ 164284 h 1678474"/>
              <a:gd name="connsiteX3" fmla="*/ 260393 w 260393"/>
              <a:gd name="connsiteY3" fmla="*/ 43400 h 1678474"/>
              <a:gd name="connsiteX4" fmla="*/ 260393 w 260393"/>
              <a:gd name="connsiteY4" fmla="*/ 1635074 h 1678474"/>
              <a:gd name="connsiteX5" fmla="*/ 216993 w 260393"/>
              <a:gd name="connsiteY5" fmla="*/ 1678474 h 1678474"/>
              <a:gd name="connsiteX6" fmla="*/ 43400 w 260393"/>
              <a:gd name="connsiteY6" fmla="*/ 1678474 h 1678474"/>
              <a:gd name="connsiteX7" fmla="*/ 0 w 260393"/>
              <a:gd name="connsiteY7" fmla="*/ 1635074 h 1678474"/>
              <a:gd name="connsiteX8" fmla="*/ 58089 w 260393"/>
              <a:gd name="connsiteY8" fmla="*/ 77486 h 1678474"/>
              <a:gd name="connsiteX0" fmla="*/ 58089 w 260393"/>
              <a:gd name="connsiteY0" fmla="*/ 77486 h 1678474"/>
              <a:gd name="connsiteX1" fmla="*/ 43400 w 260393"/>
              <a:gd name="connsiteY1" fmla="*/ 0 h 1678474"/>
              <a:gd name="connsiteX2" fmla="*/ 190876 w 260393"/>
              <a:gd name="connsiteY2" fmla="*/ 164284 h 1678474"/>
              <a:gd name="connsiteX3" fmla="*/ 212193 w 260393"/>
              <a:gd name="connsiteY3" fmla="*/ 311862 h 1678474"/>
              <a:gd name="connsiteX4" fmla="*/ 260393 w 260393"/>
              <a:gd name="connsiteY4" fmla="*/ 1635074 h 1678474"/>
              <a:gd name="connsiteX5" fmla="*/ 216993 w 260393"/>
              <a:gd name="connsiteY5" fmla="*/ 1678474 h 1678474"/>
              <a:gd name="connsiteX6" fmla="*/ 43400 w 260393"/>
              <a:gd name="connsiteY6" fmla="*/ 1678474 h 1678474"/>
              <a:gd name="connsiteX7" fmla="*/ 0 w 260393"/>
              <a:gd name="connsiteY7" fmla="*/ 1635074 h 1678474"/>
              <a:gd name="connsiteX8" fmla="*/ 58089 w 260393"/>
              <a:gd name="connsiteY8" fmla="*/ 77486 h 1678474"/>
              <a:gd name="connsiteX0" fmla="*/ 107345 w 260393"/>
              <a:gd name="connsiteY0" fmla="*/ 153241 h 1678474"/>
              <a:gd name="connsiteX1" fmla="*/ 43400 w 260393"/>
              <a:gd name="connsiteY1" fmla="*/ 0 h 1678474"/>
              <a:gd name="connsiteX2" fmla="*/ 190876 w 260393"/>
              <a:gd name="connsiteY2" fmla="*/ 164284 h 1678474"/>
              <a:gd name="connsiteX3" fmla="*/ 212193 w 260393"/>
              <a:gd name="connsiteY3" fmla="*/ 311862 h 1678474"/>
              <a:gd name="connsiteX4" fmla="*/ 260393 w 260393"/>
              <a:gd name="connsiteY4" fmla="*/ 1635074 h 1678474"/>
              <a:gd name="connsiteX5" fmla="*/ 216993 w 260393"/>
              <a:gd name="connsiteY5" fmla="*/ 1678474 h 1678474"/>
              <a:gd name="connsiteX6" fmla="*/ 43400 w 260393"/>
              <a:gd name="connsiteY6" fmla="*/ 1678474 h 1678474"/>
              <a:gd name="connsiteX7" fmla="*/ 0 w 260393"/>
              <a:gd name="connsiteY7" fmla="*/ 1635074 h 1678474"/>
              <a:gd name="connsiteX8" fmla="*/ 107345 w 260393"/>
              <a:gd name="connsiteY8" fmla="*/ 153241 h 1678474"/>
              <a:gd name="connsiteX0" fmla="*/ 91214 w 260393"/>
              <a:gd name="connsiteY0" fmla="*/ 393667 h 1678474"/>
              <a:gd name="connsiteX1" fmla="*/ 43400 w 260393"/>
              <a:gd name="connsiteY1" fmla="*/ 0 h 1678474"/>
              <a:gd name="connsiteX2" fmla="*/ 190876 w 260393"/>
              <a:gd name="connsiteY2" fmla="*/ 164284 h 1678474"/>
              <a:gd name="connsiteX3" fmla="*/ 212193 w 260393"/>
              <a:gd name="connsiteY3" fmla="*/ 311862 h 1678474"/>
              <a:gd name="connsiteX4" fmla="*/ 260393 w 260393"/>
              <a:gd name="connsiteY4" fmla="*/ 1635074 h 1678474"/>
              <a:gd name="connsiteX5" fmla="*/ 216993 w 260393"/>
              <a:gd name="connsiteY5" fmla="*/ 1678474 h 1678474"/>
              <a:gd name="connsiteX6" fmla="*/ 43400 w 260393"/>
              <a:gd name="connsiteY6" fmla="*/ 1678474 h 1678474"/>
              <a:gd name="connsiteX7" fmla="*/ 0 w 260393"/>
              <a:gd name="connsiteY7" fmla="*/ 1635074 h 1678474"/>
              <a:gd name="connsiteX8" fmla="*/ 91214 w 260393"/>
              <a:gd name="connsiteY8" fmla="*/ 393667 h 1678474"/>
              <a:gd name="connsiteX0" fmla="*/ 91214 w 260393"/>
              <a:gd name="connsiteY0" fmla="*/ 250987 h 1535794"/>
              <a:gd name="connsiteX1" fmla="*/ 100241 w 260393"/>
              <a:gd name="connsiteY1" fmla="*/ 0 h 1535794"/>
              <a:gd name="connsiteX2" fmla="*/ 190876 w 260393"/>
              <a:gd name="connsiteY2" fmla="*/ 21604 h 1535794"/>
              <a:gd name="connsiteX3" fmla="*/ 212193 w 260393"/>
              <a:gd name="connsiteY3" fmla="*/ 169182 h 1535794"/>
              <a:gd name="connsiteX4" fmla="*/ 260393 w 260393"/>
              <a:gd name="connsiteY4" fmla="*/ 1492394 h 1535794"/>
              <a:gd name="connsiteX5" fmla="*/ 216993 w 260393"/>
              <a:gd name="connsiteY5" fmla="*/ 1535794 h 1535794"/>
              <a:gd name="connsiteX6" fmla="*/ 43400 w 260393"/>
              <a:gd name="connsiteY6" fmla="*/ 1535794 h 1535794"/>
              <a:gd name="connsiteX7" fmla="*/ 0 w 260393"/>
              <a:gd name="connsiteY7" fmla="*/ 1492394 h 1535794"/>
              <a:gd name="connsiteX8" fmla="*/ 91214 w 260393"/>
              <a:gd name="connsiteY8" fmla="*/ 250987 h 1535794"/>
              <a:gd name="connsiteX0" fmla="*/ 32356 w 260393"/>
              <a:gd name="connsiteY0" fmla="*/ 138359 h 1535794"/>
              <a:gd name="connsiteX1" fmla="*/ 100241 w 260393"/>
              <a:gd name="connsiteY1" fmla="*/ 0 h 1535794"/>
              <a:gd name="connsiteX2" fmla="*/ 190876 w 260393"/>
              <a:gd name="connsiteY2" fmla="*/ 21604 h 1535794"/>
              <a:gd name="connsiteX3" fmla="*/ 212193 w 260393"/>
              <a:gd name="connsiteY3" fmla="*/ 169182 h 1535794"/>
              <a:gd name="connsiteX4" fmla="*/ 260393 w 260393"/>
              <a:gd name="connsiteY4" fmla="*/ 1492394 h 1535794"/>
              <a:gd name="connsiteX5" fmla="*/ 216993 w 260393"/>
              <a:gd name="connsiteY5" fmla="*/ 1535794 h 1535794"/>
              <a:gd name="connsiteX6" fmla="*/ 43400 w 260393"/>
              <a:gd name="connsiteY6" fmla="*/ 1535794 h 1535794"/>
              <a:gd name="connsiteX7" fmla="*/ 0 w 260393"/>
              <a:gd name="connsiteY7" fmla="*/ 1492394 h 1535794"/>
              <a:gd name="connsiteX8" fmla="*/ 32356 w 260393"/>
              <a:gd name="connsiteY8" fmla="*/ 138359 h 1535794"/>
              <a:gd name="connsiteX0" fmla="*/ 32356 w 260393"/>
              <a:gd name="connsiteY0" fmla="*/ 230918 h 1628353"/>
              <a:gd name="connsiteX1" fmla="*/ 115507 w 260393"/>
              <a:gd name="connsiteY1" fmla="*/ 0 h 1628353"/>
              <a:gd name="connsiteX2" fmla="*/ 190876 w 260393"/>
              <a:gd name="connsiteY2" fmla="*/ 114163 h 1628353"/>
              <a:gd name="connsiteX3" fmla="*/ 212193 w 260393"/>
              <a:gd name="connsiteY3" fmla="*/ 261741 h 1628353"/>
              <a:gd name="connsiteX4" fmla="*/ 260393 w 260393"/>
              <a:gd name="connsiteY4" fmla="*/ 1584953 h 1628353"/>
              <a:gd name="connsiteX5" fmla="*/ 216993 w 260393"/>
              <a:gd name="connsiteY5" fmla="*/ 1628353 h 1628353"/>
              <a:gd name="connsiteX6" fmla="*/ 43400 w 260393"/>
              <a:gd name="connsiteY6" fmla="*/ 1628353 h 1628353"/>
              <a:gd name="connsiteX7" fmla="*/ 0 w 260393"/>
              <a:gd name="connsiteY7" fmla="*/ 1584953 h 1628353"/>
              <a:gd name="connsiteX8" fmla="*/ 32356 w 260393"/>
              <a:gd name="connsiteY8" fmla="*/ 230918 h 1628353"/>
              <a:gd name="connsiteX0" fmla="*/ 32356 w 262461"/>
              <a:gd name="connsiteY0" fmla="*/ 230918 h 1628353"/>
              <a:gd name="connsiteX1" fmla="*/ 115507 w 262461"/>
              <a:gd name="connsiteY1" fmla="*/ 0 h 1628353"/>
              <a:gd name="connsiteX2" fmla="*/ 257415 w 262461"/>
              <a:gd name="connsiteY2" fmla="*/ 67307 h 1628353"/>
              <a:gd name="connsiteX3" fmla="*/ 212193 w 262461"/>
              <a:gd name="connsiteY3" fmla="*/ 261741 h 1628353"/>
              <a:gd name="connsiteX4" fmla="*/ 260393 w 262461"/>
              <a:gd name="connsiteY4" fmla="*/ 1584953 h 1628353"/>
              <a:gd name="connsiteX5" fmla="*/ 216993 w 262461"/>
              <a:gd name="connsiteY5" fmla="*/ 1628353 h 1628353"/>
              <a:gd name="connsiteX6" fmla="*/ 43400 w 262461"/>
              <a:gd name="connsiteY6" fmla="*/ 1628353 h 1628353"/>
              <a:gd name="connsiteX7" fmla="*/ 0 w 262461"/>
              <a:gd name="connsiteY7" fmla="*/ 1584953 h 1628353"/>
              <a:gd name="connsiteX8" fmla="*/ 32356 w 262461"/>
              <a:gd name="connsiteY8" fmla="*/ 230918 h 1628353"/>
              <a:gd name="connsiteX0" fmla="*/ 22370 w 262461"/>
              <a:gd name="connsiteY0" fmla="*/ 154777 h 1628353"/>
              <a:gd name="connsiteX1" fmla="*/ 115507 w 262461"/>
              <a:gd name="connsiteY1" fmla="*/ 0 h 1628353"/>
              <a:gd name="connsiteX2" fmla="*/ 257415 w 262461"/>
              <a:gd name="connsiteY2" fmla="*/ 67307 h 1628353"/>
              <a:gd name="connsiteX3" fmla="*/ 212193 w 262461"/>
              <a:gd name="connsiteY3" fmla="*/ 261741 h 1628353"/>
              <a:gd name="connsiteX4" fmla="*/ 260393 w 262461"/>
              <a:gd name="connsiteY4" fmla="*/ 1584953 h 1628353"/>
              <a:gd name="connsiteX5" fmla="*/ 216993 w 262461"/>
              <a:gd name="connsiteY5" fmla="*/ 1628353 h 1628353"/>
              <a:gd name="connsiteX6" fmla="*/ 43400 w 262461"/>
              <a:gd name="connsiteY6" fmla="*/ 1628353 h 1628353"/>
              <a:gd name="connsiteX7" fmla="*/ 0 w 262461"/>
              <a:gd name="connsiteY7" fmla="*/ 1584953 h 1628353"/>
              <a:gd name="connsiteX8" fmla="*/ 22370 w 262461"/>
              <a:gd name="connsiteY8" fmla="*/ 154777 h 1628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2461" h="1628353">
                <a:moveTo>
                  <a:pt x="22370" y="154777"/>
                </a:moveTo>
                <a:cubicBezTo>
                  <a:pt x="22370" y="130808"/>
                  <a:pt x="91538" y="0"/>
                  <a:pt x="115507" y="0"/>
                </a:cubicBezTo>
                <a:lnTo>
                  <a:pt x="257415" y="67307"/>
                </a:lnTo>
                <a:cubicBezTo>
                  <a:pt x="281384" y="67307"/>
                  <a:pt x="212193" y="237772"/>
                  <a:pt x="212193" y="261741"/>
                </a:cubicBezTo>
                <a:lnTo>
                  <a:pt x="260393" y="1584953"/>
                </a:lnTo>
                <a:cubicBezTo>
                  <a:pt x="260393" y="1608922"/>
                  <a:pt x="240962" y="1628353"/>
                  <a:pt x="216993" y="1628353"/>
                </a:cubicBezTo>
                <a:lnTo>
                  <a:pt x="43400" y="1628353"/>
                </a:lnTo>
                <a:cubicBezTo>
                  <a:pt x="19431" y="1628353"/>
                  <a:pt x="0" y="1608922"/>
                  <a:pt x="0" y="1584953"/>
                </a:cubicBezTo>
                <a:cubicBezTo>
                  <a:pt x="0" y="1054395"/>
                  <a:pt x="22370" y="685335"/>
                  <a:pt x="22370" y="154777"/>
                </a:cubicBezTo>
                <a:close/>
              </a:path>
            </a:pathLst>
          </a:cu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4F89706-019C-4C39-BBA6-E8A68DE04E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316" y="139323"/>
            <a:ext cx="9144000" cy="782805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ko-KR" altLang="en-US" sz="3200" b="1" dirty="0" err="1"/>
              <a:t>스켈레탈</a:t>
            </a:r>
            <a:r>
              <a:rPr lang="ko-KR" altLang="en-US" sz="3200" b="1" dirty="0"/>
              <a:t> 메시</a:t>
            </a:r>
            <a:r>
              <a:rPr lang="en-US" altLang="ko-KR" sz="3200" b="1" dirty="0"/>
              <a:t> </a:t>
            </a:r>
            <a:r>
              <a:rPr lang="ko-KR" altLang="en-US" sz="3200" b="1" dirty="0"/>
              <a:t>절단 과정</a:t>
            </a:r>
            <a:endParaRPr lang="en-US" altLang="ko-KR" sz="3200" b="1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0CF8209-C0A6-42F2-B0AB-8B135F6C938C}"/>
              </a:ext>
            </a:extLst>
          </p:cNvPr>
          <p:cNvCxnSpPr/>
          <p:nvPr/>
        </p:nvCxnSpPr>
        <p:spPr>
          <a:xfrm>
            <a:off x="120316" y="962233"/>
            <a:ext cx="1189522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D0AE9D40-B7F5-49C6-80CF-C696863D91A9}"/>
              </a:ext>
            </a:extLst>
          </p:cNvPr>
          <p:cNvGrpSpPr/>
          <p:nvPr/>
        </p:nvGrpSpPr>
        <p:grpSpPr>
          <a:xfrm>
            <a:off x="527821" y="1902338"/>
            <a:ext cx="3952515" cy="4270470"/>
            <a:chOff x="6830547" y="1449803"/>
            <a:chExt cx="4631791" cy="5004389"/>
          </a:xfrm>
        </p:grpSpPr>
        <p:sp>
          <p:nvSpPr>
            <p:cNvPr id="119" name="타원 118">
              <a:extLst>
                <a:ext uri="{FF2B5EF4-FFF2-40B4-BE49-F238E27FC236}">
                  <a16:creationId xmlns:a16="http://schemas.microsoft.com/office/drawing/2014/main" id="{50E0EE3E-6ABE-4C17-8944-56E701D230E1}"/>
                </a:ext>
              </a:extLst>
            </p:cNvPr>
            <p:cNvSpPr/>
            <p:nvPr/>
          </p:nvSpPr>
          <p:spPr>
            <a:xfrm>
              <a:off x="8873540" y="1449803"/>
              <a:ext cx="546685" cy="75046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0" name="사각형: 둥근 모서리 119">
              <a:extLst>
                <a:ext uri="{FF2B5EF4-FFF2-40B4-BE49-F238E27FC236}">
                  <a16:creationId xmlns:a16="http://schemas.microsoft.com/office/drawing/2014/main" id="{15EF192A-259A-449E-B251-425620116DCC}"/>
                </a:ext>
              </a:extLst>
            </p:cNvPr>
            <p:cNvSpPr/>
            <p:nvPr/>
          </p:nvSpPr>
          <p:spPr>
            <a:xfrm>
              <a:off x="8648700" y="2193633"/>
              <a:ext cx="996364" cy="186978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" name="사각형: 둥근 모서리 120">
              <a:extLst>
                <a:ext uri="{FF2B5EF4-FFF2-40B4-BE49-F238E27FC236}">
                  <a16:creationId xmlns:a16="http://schemas.microsoft.com/office/drawing/2014/main" id="{5FFB6F52-10BD-4856-81F2-99A7C4F9253D}"/>
                </a:ext>
              </a:extLst>
            </p:cNvPr>
            <p:cNvSpPr/>
            <p:nvPr/>
          </p:nvSpPr>
          <p:spPr>
            <a:xfrm>
              <a:off x="8648700" y="4061411"/>
              <a:ext cx="394286" cy="1295399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" name="사각형: 둥근 모서리 121">
              <a:extLst>
                <a:ext uri="{FF2B5EF4-FFF2-40B4-BE49-F238E27FC236}">
                  <a16:creationId xmlns:a16="http://schemas.microsoft.com/office/drawing/2014/main" id="{3534993D-C4AE-47F3-B3B8-CE3DF7FD6DF5}"/>
                </a:ext>
              </a:extLst>
            </p:cNvPr>
            <p:cNvSpPr/>
            <p:nvPr/>
          </p:nvSpPr>
          <p:spPr>
            <a:xfrm>
              <a:off x="8647821" y="5356812"/>
              <a:ext cx="394286" cy="10973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" name="사각형: 둥근 모서리 122">
              <a:extLst>
                <a:ext uri="{FF2B5EF4-FFF2-40B4-BE49-F238E27FC236}">
                  <a16:creationId xmlns:a16="http://schemas.microsoft.com/office/drawing/2014/main" id="{AD5738DB-847A-4BBC-9E10-4DDBE0D5C140}"/>
                </a:ext>
              </a:extLst>
            </p:cNvPr>
            <p:cNvSpPr/>
            <p:nvPr/>
          </p:nvSpPr>
          <p:spPr>
            <a:xfrm>
              <a:off x="9250778" y="4061412"/>
              <a:ext cx="394286" cy="1295399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" name="사각형: 둥근 모서리 123">
              <a:extLst>
                <a:ext uri="{FF2B5EF4-FFF2-40B4-BE49-F238E27FC236}">
                  <a16:creationId xmlns:a16="http://schemas.microsoft.com/office/drawing/2014/main" id="{A5B0BAE5-22B6-417D-85BE-954D096410CC}"/>
                </a:ext>
              </a:extLst>
            </p:cNvPr>
            <p:cNvSpPr/>
            <p:nvPr/>
          </p:nvSpPr>
          <p:spPr>
            <a:xfrm>
              <a:off x="9250778" y="5356810"/>
              <a:ext cx="394286" cy="109738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" name="사각형: 둥근 모서리 124">
              <a:extLst>
                <a:ext uri="{FF2B5EF4-FFF2-40B4-BE49-F238E27FC236}">
                  <a16:creationId xmlns:a16="http://schemas.microsoft.com/office/drawing/2014/main" id="{F4308BB1-FABF-44BD-B176-5915F700186F}"/>
                </a:ext>
              </a:extLst>
            </p:cNvPr>
            <p:cNvSpPr/>
            <p:nvPr/>
          </p:nvSpPr>
          <p:spPr>
            <a:xfrm rot="16200000">
              <a:off x="9958387" y="1994146"/>
              <a:ext cx="281991" cy="908637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6" name="사각형: 둥근 모서리 125">
              <a:extLst>
                <a:ext uri="{FF2B5EF4-FFF2-40B4-BE49-F238E27FC236}">
                  <a16:creationId xmlns:a16="http://schemas.microsoft.com/office/drawing/2014/main" id="{2311057B-856A-48B7-8B66-03EC34256729}"/>
                </a:ext>
              </a:extLst>
            </p:cNvPr>
            <p:cNvSpPr/>
            <p:nvPr/>
          </p:nvSpPr>
          <p:spPr>
            <a:xfrm rot="16200000">
              <a:off x="10867024" y="1987508"/>
              <a:ext cx="281991" cy="908637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7" name="사각형: 둥근 모서리 126">
              <a:extLst>
                <a:ext uri="{FF2B5EF4-FFF2-40B4-BE49-F238E27FC236}">
                  <a16:creationId xmlns:a16="http://schemas.microsoft.com/office/drawing/2014/main" id="{DC15F09D-2987-4C98-B5CF-6C985F052296}"/>
                </a:ext>
              </a:extLst>
            </p:cNvPr>
            <p:cNvSpPr/>
            <p:nvPr/>
          </p:nvSpPr>
          <p:spPr>
            <a:xfrm rot="16200000">
              <a:off x="7143870" y="1994147"/>
              <a:ext cx="281991" cy="908637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55CD0ACE-4EC4-42A3-82DA-F7B577BC420E}"/>
                </a:ext>
              </a:extLst>
            </p:cNvPr>
            <p:cNvSpPr/>
            <p:nvPr/>
          </p:nvSpPr>
          <p:spPr>
            <a:xfrm rot="16200000">
              <a:off x="8052507" y="1987509"/>
              <a:ext cx="281991" cy="908637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29" name="직선 연결선 128">
              <a:extLst>
                <a:ext uri="{FF2B5EF4-FFF2-40B4-BE49-F238E27FC236}">
                  <a16:creationId xmlns:a16="http://schemas.microsoft.com/office/drawing/2014/main" id="{D52F21C4-891C-4199-BA41-D7BE3BADE677}"/>
                </a:ext>
              </a:extLst>
            </p:cNvPr>
            <p:cNvCxnSpPr>
              <a:cxnSpLocks/>
            </p:cNvCxnSpPr>
            <p:nvPr/>
          </p:nvCxnSpPr>
          <p:spPr>
            <a:xfrm>
              <a:off x="9144919" y="1535528"/>
              <a:ext cx="0" cy="545808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직선 연결선 129">
              <a:extLst>
                <a:ext uri="{FF2B5EF4-FFF2-40B4-BE49-F238E27FC236}">
                  <a16:creationId xmlns:a16="http://schemas.microsoft.com/office/drawing/2014/main" id="{D5D3AFBB-4A40-4921-B136-7CC6CB1E92AD}"/>
                </a:ext>
              </a:extLst>
            </p:cNvPr>
            <p:cNvCxnSpPr>
              <a:cxnSpLocks/>
            </p:cNvCxnSpPr>
            <p:nvPr/>
          </p:nvCxnSpPr>
          <p:spPr>
            <a:xfrm>
              <a:off x="9146882" y="2300831"/>
              <a:ext cx="0" cy="1613944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직선 연결선 130">
              <a:extLst>
                <a:ext uri="{FF2B5EF4-FFF2-40B4-BE49-F238E27FC236}">
                  <a16:creationId xmlns:a16="http://schemas.microsoft.com/office/drawing/2014/main" id="{311D5F12-2678-4023-824F-C58869E8DCF3}"/>
                </a:ext>
              </a:extLst>
            </p:cNvPr>
            <p:cNvCxnSpPr>
              <a:cxnSpLocks/>
            </p:cNvCxnSpPr>
            <p:nvPr/>
          </p:nvCxnSpPr>
          <p:spPr>
            <a:xfrm>
              <a:off x="9489782" y="4128086"/>
              <a:ext cx="0" cy="1072564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직선 연결선 131">
              <a:extLst>
                <a:ext uri="{FF2B5EF4-FFF2-40B4-BE49-F238E27FC236}">
                  <a16:creationId xmlns:a16="http://schemas.microsoft.com/office/drawing/2014/main" id="{5346C0D3-881F-4F0C-AD53-23B6E1A16BFA}"/>
                </a:ext>
              </a:extLst>
            </p:cNvPr>
            <p:cNvCxnSpPr>
              <a:cxnSpLocks/>
            </p:cNvCxnSpPr>
            <p:nvPr/>
          </p:nvCxnSpPr>
          <p:spPr>
            <a:xfrm>
              <a:off x="9489782" y="5356810"/>
              <a:ext cx="0" cy="962024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직선 연결선 132">
              <a:extLst>
                <a:ext uri="{FF2B5EF4-FFF2-40B4-BE49-F238E27FC236}">
                  <a16:creationId xmlns:a16="http://schemas.microsoft.com/office/drawing/2014/main" id="{25387163-6D27-494E-8F14-AC144C5FC5A3}"/>
                </a:ext>
              </a:extLst>
            </p:cNvPr>
            <p:cNvCxnSpPr>
              <a:cxnSpLocks/>
            </p:cNvCxnSpPr>
            <p:nvPr/>
          </p:nvCxnSpPr>
          <p:spPr>
            <a:xfrm>
              <a:off x="8873540" y="4128086"/>
              <a:ext cx="0" cy="1072564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직선 연결선 133">
              <a:extLst>
                <a:ext uri="{FF2B5EF4-FFF2-40B4-BE49-F238E27FC236}">
                  <a16:creationId xmlns:a16="http://schemas.microsoft.com/office/drawing/2014/main" id="{C4556C0B-7991-4BF8-80B4-B7ADB08D2EAE}"/>
                </a:ext>
              </a:extLst>
            </p:cNvPr>
            <p:cNvCxnSpPr>
              <a:cxnSpLocks/>
            </p:cNvCxnSpPr>
            <p:nvPr/>
          </p:nvCxnSpPr>
          <p:spPr>
            <a:xfrm>
              <a:off x="8873540" y="5356810"/>
              <a:ext cx="0" cy="962024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직선 연결선 134">
              <a:extLst>
                <a:ext uri="{FF2B5EF4-FFF2-40B4-BE49-F238E27FC236}">
                  <a16:creationId xmlns:a16="http://schemas.microsoft.com/office/drawing/2014/main" id="{AD43B662-ABD7-408D-AFFB-29C065A8FF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53924" y="2466975"/>
              <a:ext cx="679156" cy="0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직선 연결선 135">
              <a:extLst>
                <a:ext uri="{FF2B5EF4-FFF2-40B4-BE49-F238E27FC236}">
                  <a16:creationId xmlns:a16="http://schemas.microsoft.com/office/drawing/2014/main" id="{03B988A9-D5E7-4ECD-91C5-0A9F91F2DE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68540" y="2466975"/>
              <a:ext cx="679156" cy="0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56106457-BD7A-4AB9-8258-DAB3331A41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30790" y="2466975"/>
              <a:ext cx="679156" cy="0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직선 연결선 137">
              <a:extLst>
                <a:ext uri="{FF2B5EF4-FFF2-40B4-BE49-F238E27FC236}">
                  <a16:creationId xmlns:a16="http://schemas.microsoft.com/office/drawing/2014/main" id="{344E7335-59E7-4DBF-975F-3CA09BC4D5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35665" y="2466975"/>
              <a:ext cx="679156" cy="0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타원 138">
              <a:extLst>
                <a:ext uri="{FF2B5EF4-FFF2-40B4-BE49-F238E27FC236}">
                  <a16:creationId xmlns:a16="http://schemas.microsoft.com/office/drawing/2014/main" id="{FC9127EF-9531-4F76-A2FF-1E409D0D6081}"/>
                </a:ext>
              </a:extLst>
            </p:cNvPr>
            <p:cNvSpPr/>
            <p:nvPr/>
          </p:nvSpPr>
          <p:spPr>
            <a:xfrm>
              <a:off x="7647696" y="2343689"/>
              <a:ext cx="209549" cy="209549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" name="타원 139">
              <a:extLst>
                <a:ext uri="{FF2B5EF4-FFF2-40B4-BE49-F238E27FC236}">
                  <a16:creationId xmlns:a16="http://schemas.microsoft.com/office/drawing/2014/main" id="{914D0969-C50C-42D4-9636-A515B755BD8D}"/>
                </a:ext>
              </a:extLst>
            </p:cNvPr>
            <p:cNvSpPr/>
            <p:nvPr/>
          </p:nvSpPr>
          <p:spPr>
            <a:xfrm>
              <a:off x="10380703" y="2334498"/>
              <a:ext cx="254962" cy="254962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1" name="타원 140">
              <a:extLst>
                <a:ext uri="{FF2B5EF4-FFF2-40B4-BE49-F238E27FC236}">
                  <a16:creationId xmlns:a16="http://schemas.microsoft.com/office/drawing/2014/main" id="{6CAD6DE0-85D2-4A14-8B76-C603E1158E10}"/>
                </a:ext>
              </a:extLst>
            </p:cNvPr>
            <p:cNvSpPr/>
            <p:nvPr/>
          </p:nvSpPr>
          <p:spPr>
            <a:xfrm>
              <a:off x="9462558" y="2250968"/>
              <a:ext cx="254962" cy="254962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타원 141">
              <a:extLst>
                <a:ext uri="{FF2B5EF4-FFF2-40B4-BE49-F238E27FC236}">
                  <a16:creationId xmlns:a16="http://schemas.microsoft.com/office/drawing/2014/main" id="{1B7F0639-F256-415D-81B9-D3BE75B77B47}"/>
                </a:ext>
              </a:extLst>
            </p:cNvPr>
            <p:cNvSpPr/>
            <p:nvPr/>
          </p:nvSpPr>
          <p:spPr>
            <a:xfrm>
              <a:off x="8618721" y="2250552"/>
              <a:ext cx="254962" cy="254962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" name="타원 142">
              <a:extLst>
                <a:ext uri="{FF2B5EF4-FFF2-40B4-BE49-F238E27FC236}">
                  <a16:creationId xmlns:a16="http://schemas.microsoft.com/office/drawing/2014/main" id="{5BF00CF9-015C-48EA-BC62-42178A374249}"/>
                </a:ext>
              </a:extLst>
            </p:cNvPr>
            <p:cNvSpPr/>
            <p:nvPr/>
          </p:nvSpPr>
          <p:spPr>
            <a:xfrm>
              <a:off x="9017438" y="2123071"/>
              <a:ext cx="254962" cy="254962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" name="타원 143">
              <a:extLst>
                <a:ext uri="{FF2B5EF4-FFF2-40B4-BE49-F238E27FC236}">
                  <a16:creationId xmlns:a16="http://schemas.microsoft.com/office/drawing/2014/main" id="{8A1BEBF5-D2F6-425F-83C2-1E30F59C6668}"/>
                </a:ext>
              </a:extLst>
            </p:cNvPr>
            <p:cNvSpPr/>
            <p:nvPr/>
          </p:nvSpPr>
          <p:spPr>
            <a:xfrm>
              <a:off x="8800668" y="3853089"/>
              <a:ext cx="254962" cy="254962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" name="타원 144">
              <a:extLst>
                <a:ext uri="{FF2B5EF4-FFF2-40B4-BE49-F238E27FC236}">
                  <a16:creationId xmlns:a16="http://schemas.microsoft.com/office/drawing/2014/main" id="{0533BFEE-4667-4C9D-87A0-A68B8AAC1EE3}"/>
                </a:ext>
              </a:extLst>
            </p:cNvPr>
            <p:cNvSpPr/>
            <p:nvPr/>
          </p:nvSpPr>
          <p:spPr>
            <a:xfrm>
              <a:off x="9254986" y="3834926"/>
              <a:ext cx="254962" cy="254962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" name="타원 145">
              <a:extLst>
                <a:ext uri="{FF2B5EF4-FFF2-40B4-BE49-F238E27FC236}">
                  <a16:creationId xmlns:a16="http://schemas.microsoft.com/office/drawing/2014/main" id="{F5D1B94E-9C0F-41DF-968F-5C068D6D285E}"/>
                </a:ext>
              </a:extLst>
            </p:cNvPr>
            <p:cNvSpPr/>
            <p:nvPr/>
          </p:nvSpPr>
          <p:spPr>
            <a:xfrm>
              <a:off x="8718233" y="5148489"/>
              <a:ext cx="254962" cy="254962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7" name="타원 146">
              <a:extLst>
                <a:ext uri="{FF2B5EF4-FFF2-40B4-BE49-F238E27FC236}">
                  <a16:creationId xmlns:a16="http://schemas.microsoft.com/office/drawing/2014/main" id="{39B5E1FE-88C9-418B-BEEA-3F13C5FC2C7E}"/>
                </a:ext>
              </a:extLst>
            </p:cNvPr>
            <p:cNvSpPr/>
            <p:nvPr/>
          </p:nvSpPr>
          <p:spPr>
            <a:xfrm>
              <a:off x="9362301" y="5127699"/>
              <a:ext cx="254962" cy="254962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8" name="TextBox 147">
            <a:extLst>
              <a:ext uri="{FF2B5EF4-FFF2-40B4-BE49-F238E27FC236}">
                <a16:creationId xmlns:a16="http://schemas.microsoft.com/office/drawing/2014/main" id="{2402B73E-FFE9-493C-A6CB-819A6063574B}"/>
              </a:ext>
            </a:extLst>
          </p:cNvPr>
          <p:cNvSpPr txBox="1"/>
          <p:nvPr/>
        </p:nvSpPr>
        <p:spPr>
          <a:xfrm>
            <a:off x="1401114" y="1152060"/>
            <a:ext cx="2084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선택한 </a:t>
            </a:r>
            <a:r>
              <a:rPr lang="en-US" altLang="ko-KR" dirty="0"/>
              <a:t>Joint </a:t>
            </a:r>
            <a:r>
              <a:rPr lang="ko-KR" altLang="en-US" dirty="0"/>
              <a:t>분리</a:t>
            </a:r>
            <a:endParaRPr lang="en-US" altLang="ko-KR" dirty="0"/>
          </a:p>
        </p:txBody>
      </p:sp>
      <p:sp>
        <p:nvSpPr>
          <p:cNvPr id="1024" name="L 도형 1023">
            <a:extLst>
              <a:ext uri="{FF2B5EF4-FFF2-40B4-BE49-F238E27FC236}">
                <a16:creationId xmlns:a16="http://schemas.microsoft.com/office/drawing/2014/main" id="{45D3AFDB-47AB-480E-9642-F61F5BDBBA4E}"/>
              </a:ext>
            </a:extLst>
          </p:cNvPr>
          <p:cNvSpPr/>
          <p:nvPr/>
        </p:nvSpPr>
        <p:spPr>
          <a:xfrm rot="18598304">
            <a:off x="2739778" y="2274456"/>
            <a:ext cx="560547" cy="240637"/>
          </a:xfrm>
          <a:prstGeom prst="corner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2D70E0D8-5C06-4529-AC03-5D7CD49A89CC}"/>
              </a:ext>
            </a:extLst>
          </p:cNvPr>
          <p:cNvSpPr/>
          <p:nvPr/>
        </p:nvSpPr>
        <p:spPr>
          <a:xfrm>
            <a:off x="4951402" y="3403221"/>
            <a:ext cx="1089071" cy="43814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F3AF1B32-17BA-4468-ACA2-95FD54EF9B01}"/>
              </a:ext>
            </a:extLst>
          </p:cNvPr>
          <p:cNvSpPr/>
          <p:nvPr/>
        </p:nvSpPr>
        <p:spPr>
          <a:xfrm>
            <a:off x="8184223" y="1786831"/>
            <a:ext cx="466511" cy="640409"/>
          </a:xfrm>
          <a:prstGeom prst="ellipse">
            <a:avLst/>
          </a:prstGeom>
          <a:solidFill>
            <a:schemeClr val="bg1">
              <a:lumMod val="8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A338784D-D40D-4E12-A177-229B592C5355}"/>
              </a:ext>
            </a:extLst>
          </p:cNvPr>
          <p:cNvSpPr/>
          <p:nvPr/>
        </p:nvSpPr>
        <p:spPr>
          <a:xfrm>
            <a:off x="7992357" y="2421575"/>
            <a:ext cx="850242" cy="1595571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7E5FBF15-CE95-4702-8741-44F459F9232A}"/>
              </a:ext>
            </a:extLst>
          </p:cNvPr>
          <p:cNvSpPr/>
          <p:nvPr/>
        </p:nvSpPr>
        <p:spPr>
          <a:xfrm>
            <a:off x="7992357" y="4015433"/>
            <a:ext cx="336462" cy="110542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D39FA539-2EA6-4A8A-A462-FDF20AEB4538}"/>
              </a:ext>
            </a:extLst>
          </p:cNvPr>
          <p:cNvSpPr/>
          <p:nvPr/>
        </p:nvSpPr>
        <p:spPr>
          <a:xfrm>
            <a:off x="7991606" y="5120857"/>
            <a:ext cx="336462" cy="93644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F0B6AB7F-4EC3-4C69-A850-9459B76607DC}"/>
              </a:ext>
            </a:extLst>
          </p:cNvPr>
          <p:cNvSpPr/>
          <p:nvPr/>
        </p:nvSpPr>
        <p:spPr>
          <a:xfrm>
            <a:off x="8506137" y="4015434"/>
            <a:ext cx="336462" cy="110542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1AB7183E-AAEF-495C-8C3E-D239E7D2F95B}"/>
              </a:ext>
            </a:extLst>
          </p:cNvPr>
          <p:cNvSpPr/>
          <p:nvPr/>
        </p:nvSpPr>
        <p:spPr>
          <a:xfrm>
            <a:off x="8506137" y="5120856"/>
            <a:ext cx="336462" cy="93644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63279A4F-D777-45B6-85ED-CF73F991F656}"/>
              </a:ext>
            </a:extLst>
          </p:cNvPr>
          <p:cNvSpPr/>
          <p:nvPr/>
        </p:nvSpPr>
        <p:spPr>
          <a:xfrm rot="16200000">
            <a:off x="6708218" y="2251344"/>
            <a:ext cx="240636" cy="775381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EEC46D96-E90F-4439-B0E9-AC6887BF3E95}"/>
              </a:ext>
            </a:extLst>
          </p:cNvPr>
          <p:cNvSpPr/>
          <p:nvPr/>
        </p:nvSpPr>
        <p:spPr>
          <a:xfrm rot="16200000">
            <a:off x="7483598" y="2245680"/>
            <a:ext cx="240636" cy="775381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590EBD77-6E8A-4E2B-8CE3-DE1607502C53}"/>
              </a:ext>
            </a:extLst>
          </p:cNvPr>
          <p:cNvCxnSpPr>
            <a:cxnSpLocks/>
          </p:cNvCxnSpPr>
          <p:nvPr/>
        </p:nvCxnSpPr>
        <p:spPr>
          <a:xfrm>
            <a:off x="8415802" y="1859984"/>
            <a:ext cx="0" cy="465762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A87C56AC-1C53-4AFF-AB7A-BAAF4A1BF2B2}"/>
              </a:ext>
            </a:extLst>
          </p:cNvPr>
          <p:cNvCxnSpPr>
            <a:cxnSpLocks/>
          </p:cNvCxnSpPr>
          <p:nvPr/>
        </p:nvCxnSpPr>
        <p:spPr>
          <a:xfrm>
            <a:off x="8417478" y="2513051"/>
            <a:ext cx="0" cy="1377251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301CD491-6677-4975-AFE0-A6F6A74779F1}"/>
              </a:ext>
            </a:extLst>
          </p:cNvPr>
          <p:cNvCxnSpPr>
            <a:cxnSpLocks/>
          </p:cNvCxnSpPr>
          <p:nvPr/>
        </p:nvCxnSpPr>
        <p:spPr>
          <a:xfrm>
            <a:off x="8710089" y="4072330"/>
            <a:ext cx="0" cy="91526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1B834E55-E4BC-480C-BABB-DF1BE8420D07}"/>
              </a:ext>
            </a:extLst>
          </p:cNvPr>
          <p:cNvCxnSpPr>
            <a:cxnSpLocks/>
          </p:cNvCxnSpPr>
          <p:nvPr/>
        </p:nvCxnSpPr>
        <p:spPr>
          <a:xfrm>
            <a:off x="8710089" y="5120856"/>
            <a:ext cx="0" cy="820938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DCB2BAE2-A6B3-4021-8340-10A84DA6E2CD}"/>
              </a:ext>
            </a:extLst>
          </p:cNvPr>
          <p:cNvCxnSpPr>
            <a:cxnSpLocks/>
          </p:cNvCxnSpPr>
          <p:nvPr/>
        </p:nvCxnSpPr>
        <p:spPr>
          <a:xfrm>
            <a:off x="8184223" y="4072330"/>
            <a:ext cx="0" cy="915267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65FF230D-04C1-49F9-8446-23F445E1C590}"/>
              </a:ext>
            </a:extLst>
          </p:cNvPr>
          <p:cNvCxnSpPr>
            <a:cxnSpLocks/>
          </p:cNvCxnSpPr>
          <p:nvPr/>
        </p:nvCxnSpPr>
        <p:spPr>
          <a:xfrm>
            <a:off x="8184223" y="5120856"/>
            <a:ext cx="0" cy="820938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CCB4D06C-20F6-4161-813A-9991E9EBE98C}"/>
              </a:ext>
            </a:extLst>
          </p:cNvPr>
          <p:cNvCxnSpPr>
            <a:cxnSpLocks/>
          </p:cNvCxnSpPr>
          <p:nvPr/>
        </p:nvCxnSpPr>
        <p:spPr>
          <a:xfrm flipH="1">
            <a:off x="7314138" y="2654830"/>
            <a:ext cx="579554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8DFCE2E2-A58D-4841-9AB6-1513D4AA6B7D}"/>
              </a:ext>
            </a:extLst>
          </p:cNvPr>
          <p:cNvCxnSpPr>
            <a:cxnSpLocks/>
          </p:cNvCxnSpPr>
          <p:nvPr/>
        </p:nvCxnSpPr>
        <p:spPr>
          <a:xfrm flipH="1">
            <a:off x="6558601" y="2654830"/>
            <a:ext cx="579554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타원 97">
            <a:extLst>
              <a:ext uri="{FF2B5EF4-FFF2-40B4-BE49-F238E27FC236}">
                <a16:creationId xmlns:a16="http://schemas.microsoft.com/office/drawing/2014/main" id="{16ED364D-09D2-4EBD-8CFD-CD6D5C8A4976}"/>
              </a:ext>
            </a:extLst>
          </p:cNvPr>
          <p:cNvSpPr/>
          <p:nvPr/>
        </p:nvSpPr>
        <p:spPr>
          <a:xfrm>
            <a:off x="7138155" y="2549624"/>
            <a:ext cx="178818" cy="178818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E0FBC14-9855-4370-AC06-F2A3E972C4BD}"/>
              </a:ext>
            </a:extLst>
          </p:cNvPr>
          <p:cNvGrpSpPr/>
          <p:nvPr/>
        </p:nvGrpSpPr>
        <p:grpSpPr>
          <a:xfrm rot="768522">
            <a:off x="9711719" y="5230208"/>
            <a:ext cx="1580619" cy="288851"/>
            <a:chOff x="9578370" y="4185968"/>
            <a:chExt cx="1580619" cy="288851"/>
          </a:xfrm>
        </p:grpSpPr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04550E12-F8DD-4DD9-8E78-EEA41E6D97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07264" y="4370297"/>
              <a:ext cx="579554" cy="0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직선 연결선 96">
              <a:extLst>
                <a:ext uri="{FF2B5EF4-FFF2-40B4-BE49-F238E27FC236}">
                  <a16:creationId xmlns:a16="http://schemas.microsoft.com/office/drawing/2014/main" id="{99FBD6E3-6445-4837-80C8-77D9DF9D15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79435" y="4370297"/>
              <a:ext cx="579554" cy="0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타원 98">
              <a:extLst>
                <a:ext uri="{FF2B5EF4-FFF2-40B4-BE49-F238E27FC236}">
                  <a16:creationId xmlns:a16="http://schemas.microsoft.com/office/drawing/2014/main" id="{6B9A6B1E-22E1-4F30-A673-799CDF1AB2FB}"/>
                </a:ext>
              </a:extLst>
            </p:cNvPr>
            <p:cNvSpPr/>
            <p:nvPr/>
          </p:nvSpPr>
          <p:spPr>
            <a:xfrm>
              <a:off x="10361864" y="4257248"/>
              <a:ext cx="217571" cy="217571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" name="타원 99">
              <a:extLst>
                <a:ext uri="{FF2B5EF4-FFF2-40B4-BE49-F238E27FC236}">
                  <a16:creationId xmlns:a16="http://schemas.microsoft.com/office/drawing/2014/main" id="{C147A980-295B-4231-86CF-CFE2E5896642}"/>
                </a:ext>
              </a:extLst>
            </p:cNvPr>
            <p:cNvSpPr/>
            <p:nvPr/>
          </p:nvSpPr>
          <p:spPr>
            <a:xfrm>
              <a:off x="9578370" y="4185968"/>
              <a:ext cx="217571" cy="217571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1" name="타원 100">
            <a:extLst>
              <a:ext uri="{FF2B5EF4-FFF2-40B4-BE49-F238E27FC236}">
                <a16:creationId xmlns:a16="http://schemas.microsoft.com/office/drawing/2014/main" id="{99B0F2F5-4DC6-45B7-848D-A13E2B86C99D}"/>
              </a:ext>
            </a:extLst>
          </p:cNvPr>
          <p:cNvSpPr/>
          <p:nvPr/>
        </p:nvSpPr>
        <p:spPr>
          <a:xfrm>
            <a:off x="7966774" y="2470146"/>
            <a:ext cx="217571" cy="21757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타원 101">
            <a:extLst>
              <a:ext uri="{FF2B5EF4-FFF2-40B4-BE49-F238E27FC236}">
                <a16:creationId xmlns:a16="http://schemas.microsoft.com/office/drawing/2014/main" id="{246FE5FB-F1DF-4F9A-ACD6-A5E91E187B35}"/>
              </a:ext>
            </a:extLst>
          </p:cNvPr>
          <p:cNvSpPr/>
          <p:nvPr/>
        </p:nvSpPr>
        <p:spPr>
          <a:xfrm>
            <a:off x="8307017" y="2361361"/>
            <a:ext cx="217571" cy="21757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id="{5418F4F1-4A1C-429B-BBCE-DB15ADFD5824}"/>
              </a:ext>
            </a:extLst>
          </p:cNvPr>
          <p:cNvSpPr/>
          <p:nvPr/>
        </p:nvSpPr>
        <p:spPr>
          <a:xfrm>
            <a:off x="8122038" y="3837663"/>
            <a:ext cx="217571" cy="21757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F058D652-546E-4612-BE6D-94B50B553784}"/>
              </a:ext>
            </a:extLst>
          </p:cNvPr>
          <p:cNvSpPr/>
          <p:nvPr/>
        </p:nvSpPr>
        <p:spPr>
          <a:xfrm>
            <a:off x="8509728" y="3822164"/>
            <a:ext cx="217571" cy="21757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id="{53D33AFF-FCF8-4786-8598-6E80BC14CA64}"/>
              </a:ext>
            </a:extLst>
          </p:cNvPr>
          <p:cNvSpPr/>
          <p:nvPr/>
        </p:nvSpPr>
        <p:spPr>
          <a:xfrm>
            <a:off x="8051692" y="4943086"/>
            <a:ext cx="217571" cy="21757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08FD3645-1231-4E8A-B16B-0EEAE35A589A}"/>
              </a:ext>
            </a:extLst>
          </p:cNvPr>
          <p:cNvSpPr/>
          <p:nvPr/>
        </p:nvSpPr>
        <p:spPr>
          <a:xfrm>
            <a:off x="8601304" y="4925345"/>
            <a:ext cx="217571" cy="217571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19FC32CA-330E-43D4-B1FA-E931580F2858}"/>
              </a:ext>
            </a:extLst>
          </p:cNvPr>
          <p:cNvSpPr txBox="1"/>
          <p:nvPr/>
        </p:nvSpPr>
        <p:spPr>
          <a:xfrm>
            <a:off x="1460774" y="6219050"/>
            <a:ext cx="2084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원본</a:t>
            </a:r>
            <a:endParaRPr lang="en-US" altLang="ko-KR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42562B69-E5FE-4A5D-9205-A636E249F7F0}"/>
              </a:ext>
            </a:extLst>
          </p:cNvPr>
          <p:cNvSpPr txBox="1"/>
          <p:nvPr/>
        </p:nvSpPr>
        <p:spPr>
          <a:xfrm>
            <a:off x="7373798" y="1167577"/>
            <a:ext cx="2084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스키닝에</a:t>
            </a:r>
            <a:r>
              <a:rPr lang="ko-KR" altLang="en-US" dirty="0"/>
              <a:t> 의해 </a:t>
            </a:r>
            <a:endParaRPr lang="en-US" altLang="ko-KR" dirty="0"/>
          </a:p>
          <a:p>
            <a:pPr algn="ctr"/>
            <a:r>
              <a:rPr lang="ko-KR" altLang="en-US" dirty="0"/>
              <a:t>메시가 늘어남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063059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F89706-019C-4C39-BBA6-E8A68DE04E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316" y="139323"/>
            <a:ext cx="9144000" cy="782805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ko-KR" altLang="en-US" sz="3200" b="1" dirty="0" err="1"/>
              <a:t>스켈레탈</a:t>
            </a:r>
            <a:r>
              <a:rPr lang="ko-KR" altLang="en-US" sz="3200" b="1" dirty="0"/>
              <a:t> 메시</a:t>
            </a:r>
            <a:r>
              <a:rPr lang="en-US" altLang="ko-KR" sz="3200" b="1" dirty="0"/>
              <a:t> </a:t>
            </a:r>
            <a:r>
              <a:rPr lang="ko-KR" altLang="en-US" sz="3200" b="1" dirty="0"/>
              <a:t>절단 과정</a:t>
            </a:r>
            <a:endParaRPr lang="en-US" altLang="ko-KR" sz="3200" b="1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0CF8209-C0A6-42F2-B0AB-8B135F6C938C}"/>
              </a:ext>
            </a:extLst>
          </p:cNvPr>
          <p:cNvCxnSpPr/>
          <p:nvPr/>
        </p:nvCxnSpPr>
        <p:spPr>
          <a:xfrm>
            <a:off x="120316" y="962233"/>
            <a:ext cx="1189522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2402B73E-FFE9-493C-A6CB-819A6063574B}"/>
              </a:ext>
            </a:extLst>
          </p:cNvPr>
          <p:cNvSpPr txBox="1"/>
          <p:nvPr/>
        </p:nvSpPr>
        <p:spPr>
          <a:xfrm>
            <a:off x="1401114" y="1152060"/>
            <a:ext cx="2084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선택 </a:t>
            </a:r>
            <a:r>
              <a:rPr lang="en-US" altLang="ko-KR" dirty="0"/>
              <a:t>joint</a:t>
            </a:r>
            <a:r>
              <a:rPr lang="ko-KR" altLang="en-US" dirty="0"/>
              <a:t>의 영향 범위 정점 </a:t>
            </a:r>
            <a:r>
              <a:rPr lang="ko-KR" altLang="en-US" dirty="0" err="1"/>
              <a:t>컬러링</a:t>
            </a:r>
            <a:endParaRPr lang="en-US" altLang="ko-KR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42562B69-E5FE-4A5D-9205-A636E249F7F0}"/>
              </a:ext>
            </a:extLst>
          </p:cNvPr>
          <p:cNvSpPr txBox="1"/>
          <p:nvPr/>
        </p:nvSpPr>
        <p:spPr>
          <a:xfrm>
            <a:off x="7094405" y="1183841"/>
            <a:ext cx="24342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아까 </a:t>
            </a:r>
            <a:r>
              <a:rPr lang="ko-KR" altLang="en-US" dirty="0" err="1"/>
              <a:t>잘라둔</a:t>
            </a:r>
            <a:r>
              <a:rPr lang="ko-KR" altLang="en-US" dirty="0"/>
              <a:t> 메시를 각 </a:t>
            </a:r>
            <a:r>
              <a:rPr lang="ko-KR" altLang="en-US" dirty="0" err="1"/>
              <a:t>메시에</a:t>
            </a:r>
            <a:r>
              <a:rPr lang="ko-KR" altLang="en-US" dirty="0"/>
              <a:t> 붙인다</a:t>
            </a:r>
            <a:r>
              <a:rPr lang="en-US" altLang="ko-KR" dirty="0"/>
              <a:t>.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6BE09C78-25B1-4204-9726-F905720BF11D}"/>
              </a:ext>
            </a:extLst>
          </p:cNvPr>
          <p:cNvGrpSpPr/>
          <p:nvPr/>
        </p:nvGrpSpPr>
        <p:grpSpPr>
          <a:xfrm>
            <a:off x="409012" y="1813908"/>
            <a:ext cx="2808879" cy="4270470"/>
            <a:chOff x="409012" y="1813908"/>
            <a:chExt cx="2808879" cy="4270470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F3AF1B32-17BA-4468-ACA2-95FD54EF9B01}"/>
                </a:ext>
              </a:extLst>
            </p:cNvPr>
            <p:cNvSpPr/>
            <p:nvPr/>
          </p:nvSpPr>
          <p:spPr>
            <a:xfrm>
              <a:off x="2152390" y="1813908"/>
              <a:ext cx="466511" cy="64040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자유형: 도형 72">
              <a:extLst>
                <a:ext uri="{FF2B5EF4-FFF2-40B4-BE49-F238E27FC236}">
                  <a16:creationId xmlns:a16="http://schemas.microsoft.com/office/drawing/2014/main" id="{0306D1EC-65B4-4E10-BA1C-DF968ABA2D8E}"/>
                </a:ext>
              </a:extLst>
            </p:cNvPr>
            <p:cNvSpPr/>
            <p:nvPr/>
          </p:nvSpPr>
          <p:spPr>
            <a:xfrm>
              <a:off x="1960524" y="2448652"/>
              <a:ext cx="850242" cy="1595571"/>
            </a:xfrm>
            <a:custGeom>
              <a:avLst/>
              <a:gdLst>
                <a:gd name="connsiteX0" fmla="*/ 141710 w 850242"/>
                <a:gd name="connsiteY0" fmla="*/ 0 h 1595571"/>
                <a:gd name="connsiteX1" fmla="*/ 450782 w 850242"/>
                <a:gd name="connsiteY1" fmla="*/ 0 h 1595571"/>
                <a:gd name="connsiteX2" fmla="*/ 447497 w 850242"/>
                <a:gd name="connsiteY2" fmla="*/ 6052 h 1595571"/>
                <a:gd name="connsiteX3" fmla="*/ 406200 w 850242"/>
                <a:gd name="connsiteY3" fmla="*/ 210603 h 1595571"/>
                <a:gd name="connsiteX4" fmla="*/ 825799 w 850242"/>
                <a:gd name="connsiteY4" fmla="*/ 725434 h 1595571"/>
                <a:gd name="connsiteX5" fmla="*/ 850242 w 850242"/>
                <a:gd name="connsiteY5" fmla="*/ 727898 h 1595571"/>
                <a:gd name="connsiteX6" fmla="*/ 850242 w 850242"/>
                <a:gd name="connsiteY6" fmla="*/ 1453861 h 1595571"/>
                <a:gd name="connsiteX7" fmla="*/ 708532 w 850242"/>
                <a:gd name="connsiteY7" fmla="*/ 1595571 h 1595571"/>
                <a:gd name="connsiteX8" fmla="*/ 141710 w 850242"/>
                <a:gd name="connsiteY8" fmla="*/ 1595571 h 1595571"/>
                <a:gd name="connsiteX9" fmla="*/ 0 w 850242"/>
                <a:gd name="connsiteY9" fmla="*/ 1453861 h 1595571"/>
                <a:gd name="connsiteX10" fmla="*/ 0 w 850242"/>
                <a:gd name="connsiteY10" fmla="*/ 141710 h 1595571"/>
                <a:gd name="connsiteX11" fmla="*/ 141710 w 850242"/>
                <a:gd name="connsiteY11" fmla="*/ 0 h 1595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50242" h="1595571">
                  <a:moveTo>
                    <a:pt x="141710" y="0"/>
                  </a:moveTo>
                  <a:lnTo>
                    <a:pt x="450782" y="0"/>
                  </a:lnTo>
                  <a:lnTo>
                    <a:pt x="447497" y="6052"/>
                  </a:lnTo>
                  <a:cubicBezTo>
                    <a:pt x="420905" y="68923"/>
                    <a:pt x="406200" y="138046"/>
                    <a:pt x="406200" y="210603"/>
                  </a:cubicBezTo>
                  <a:cubicBezTo>
                    <a:pt x="406200" y="464554"/>
                    <a:pt x="586334" y="676432"/>
                    <a:pt x="825799" y="725434"/>
                  </a:cubicBezTo>
                  <a:lnTo>
                    <a:pt x="850242" y="727898"/>
                  </a:lnTo>
                  <a:lnTo>
                    <a:pt x="850242" y="1453861"/>
                  </a:lnTo>
                  <a:cubicBezTo>
                    <a:pt x="850242" y="1532125"/>
                    <a:pt x="786796" y="1595571"/>
                    <a:pt x="708532" y="1595571"/>
                  </a:cubicBezTo>
                  <a:lnTo>
                    <a:pt x="141710" y="1595571"/>
                  </a:lnTo>
                  <a:cubicBezTo>
                    <a:pt x="63446" y="1595571"/>
                    <a:pt x="0" y="1532125"/>
                    <a:pt x="0" y="1453861"/>
                  </a:cubicBezTo>
                  <a:lnTo>
                    <a:pt x="0" y="141710"/>
                  </a:lnTo>
                  <a:cubicBezTo>
                    <a:pt x="0" y="63446"/>
                    <a:pt x="63446" y="0"/>
                    <a:pt x="141710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80" name="사각형: 둥근 모서리 79">
              <a:extLst>
                <a:ext uri="{FF2B5EF4-FFF2-40B4-BE49-F238E27FC236}">
                  <a16:creationId xmlns:a16="http://schemas.microsoft.com/office/drawing/2014/main" id="{7E5FBF15-CE95-4702-8741-44F459F9232A}"/>
                </a:ext>
              </a:extLst>
            </p:cNvPr>
            <p:cNvSpPr/>
            <p:nvPr/>
          </p:nvSpPr>
          <p:spPr>
            <a:xfrm>
              <a:off x="1960524" y="4042510"/>
              <a:ext cx="336462" cy="1105422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D39FA539-2EA6-4A8A-A462-FDF20AEB4538}"/>
                </a:ext>
              </a:extLst>
            </p:cNvPr>
            <p:cNvSpPr/>
            <p:nvPr/>
          </p:nvSpPr>
          <p:spPr>
            <a:xfrm>
              <a:off x="1959773" y="5147934"/>
              <a:ext cx="336462" cy="93644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F0B6AB7F-4EC3-4C69-A850-9459B76607DC}"/>
                </a:ext>
              </a:extLst>
            </p:cNvPr>
            <p:cNvSpPr/>
            <p:nvPr/>
          </p:nvSpPr>
          <p:spPr>
            <a:xfrm>
              <a:off x="2474304" y="4042511"/>
              <a:ext cx="336462" cy="1105422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1AB7183E-AAEF-495C-8C3E-D239E7D2F95B}"/>
                </a:ext>
              </a:extLst>
            </p:cNvPr>
            <p:cNvSpPr/>
            <p:nvPr/>
          </p:nvSpPr>
          <p:spPr>
            <a:xfrm>
              <a:off x="2474304" y="5147933"/>
              <a:ext cx="336462" cy="93644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사각형: 둥근 모서리 85">
              <a:extLst>
                <a:ext uri="{FF2B5EF4-FFF2-40B4-BE49-F238E27FC236}">
                  <a16:creationId xmlns:a16="http://schemas.microsoft.com/office/drawing/2014/main" id="{63279A4F-D777-45B6-85ED-CF73F991F656}"/>
                </a:ext>
              </a:extLst>
            </p:cNvPr>
            <p:cNvSpPr/>
            <p:nvPr/>
          </p:nvSpPr>
          <p:spPr>
            <a:xfrm rot="16200000">
              <a:off x="676385" y="2278421"/>
              <a:ext cx="240636" cy="775381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EEC46D96-E90F-4439-B0E9-AC6887BF3E95}"/>
                </a:ext>
              </a:extLst>
            </p:cNvPr>
            <p:cNvSpPr/>
            <p:nvPr/>
          </p:nvSpPr>
          <p:spPr>
            <a:xfrm rot="16200000">
              <a:off x="1451765" y="2272757"/>
              <a:ext cx="240636" cy="775381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590EBD77-6E8A-4E2B-8CE3-DE1607502C53}"/>
                </a:ext>
              </a:extLst>
            </p:cNvPr>
            <p:cNvCxnSpPr>
              <a:cxnSpLocks/>
            </p:cNvCxnSpPr>
            <p:nvPr/>
          </p:nvCxnSpPr>
          <p:spPr>
            <a:xfrm>
              <a:off x="2383969" y="1887061"/>
              <a:ext cx="0" cy="465762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A87C56AC-1C53-4AFF-AB7A-BAAF4A1BF2B2}"/>
                </a:ext>
              </a:extLst>
            </p:cNvPr>
            <p:cNvCxnSpPr>
              <a:cxnSpLocks/>
            </p:cNvCxnSpPr>
            <p:nvPr/>
          </p:nvCxnSpPr>
          <p:spPr>
            <a:xfrm>
              <a:off x="2385645" y="2540128"/>
              <a:ext cx="0" cy="1377251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301CD491-6677-4975-AFE0-A6F6A74779F1}"/>
                </a:ext>
              </a:extLst>
            </p:cNvPr>
            <p:cNvCxnSpPr>
              <a:cxnSpLocks/>
            </p:cNvCxnSpPr>
            <p:nvPr/>
          </p:nvCxnSpPr>
          <p:spPr>
            <a:xfrm>
              <a:off x="2678256" y="4099407"/>
              <a:ext cx="0" cy="915267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1B834E55-E4BC-480C-BABB-DF1BE8420D07}"/>
                </a:ext>
              </a:extLst>
            </p:cNvPr>
            <p:cNvCxnSpPr>
              <a:cxnSpLocks/>
            </p:cNvCxnSpPr>
            <p:nvPr/>
          </p:nvCxnSpPr>
          <p:spPr>
            <a:xfrm>
              <a:off x="2678256" y="5147933"/>
              <a:ext cx="0" cy="820938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DCB2BAE2-A6B3-4021-8340-10A84DA6E2CD}"/>
                </a:ext>
              </a:extLst>
            </p:cNvPr>
            <p:cNvCxnSpPr>
              <a:cxnSpLocks/>
            </p:cNvCxnSpPr>
            <p:nvPr/>
          </p:nvCxnSpPr>
          <p:spPr>
            <a:xfrm>
              <a:off x="2152390" y="4099407"/>
              <a:ext cx="0" cy="915267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직선 연결선 92">
              <a:extLst>
                <a:ext uri="{FF2B5EF4-FFF2-40B4-BE49-F238E27FC236}">
                  <a16:creationId xmlns:a16="http://schemas.microsoft.com/office/drawing/2014/main" id="{65FF230D-04C1-49F9-8446-23F445E1C590}"/>
                </a:ext>
              </a:extLst>
            </p:cNvPr>
            <p:cNvCxnSpPr>
              <a:cxnSpLocks/>
            </p:cNvCxnSpPr>
            <p:nvPr/>
          </p:nvCxnSpPr>
          <p:spPr>
            <a:xfrm>
              <a:off x="2152390" y="5147933"/>
              <a:ext cx="0" cy="820938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직선 연결선 93">
              <a:extLst>
                <a:ext uri="{FF2B5EF4-FFF2-40B4-BE49-F238E27FC236}">
                  <a16:creationId xmlns:a16="http://schemas.microsoft.com/office/drawing/2014/main" id="{CCB4D06C-20F6-4161-813A-9991E9EBE9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82305" y="2681907"/>
              <a:ext cx="579554" cy="0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직선 연결선 94">
              <a:extLst>
                <a:ext uri="{FF2B5EF4-FFF2-40B4-BE49-F238E27FC236}">
                  <a16:creationId xmlns:a16="http://schemas.microsoft.com/office/drawing/2014/main" id="{8DFCE2E2-A58D-4841-9AB6-1513D4AA6B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6768" y="2681907"/>
              <a:ext cx="579554" cy="0"/>
            </a:xfrm>
            <a:prstGeom prst="line">
              <a:avLst/>
            </a:prstGeom>
            <a:ln w="762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타원 97">
              <a:extLst>
                <a:ext uri="{FF2B5EF4-FFF2-40B4-BE49-F238E27FC236}">
                  <a16:creationId xmlns:a16="http://schemas.microsoft.com/office/drawing/2014/main" id="{16ED364D-09D2-4EBD-8CFD-CD6D5C8A4976}"/>
                </a:ext>
              </a:extLst>
            </p:cNvPr>
            <p:cNvSpPr/>
            <p:nvPr/>
          </p:nvSpPr>
          <p:spPr>
            <a:xfrm>
              <a:off x="1106322" y="2576701"/>
              <a:ext cx="178818" cy="178818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" name="타원 100">
              <a:extLst>
                <a:ext uri="{FF2B5EF4-FFF2-40B4-BE49-F238E27FC236}">
                  <a16:creationId xmlns:a16="http://schemas.microsoft.com/office/drawing/2014/main" id="{99B0F2F5-4DC6-45B7-848D-A13E2B86C99D}"/>
                </a:ext>
              </a:extLst>
            </p:cNvPr>
            <p:cNvSpPr/>
            <p:nvPr/>
          </p:nvSpPr>
          <p:spPr>
            <a:xfrm>
              <a:off x="1934941" y="2497223"/>
              <a:ext cx="217571" cy="217571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" name="타원 101">
              <a:extLst>
                <a:ext uri="{FF2B5EF4-FFF2-40B4-BE49-F238E27FC236}">
                  <a16:creationId xmlns:a16="http://schemas.microsoft.com/office/drawing/2014/main" id="{246FE5FB-F1DF-4F9A-ACD6-A5E91E187B35}"/>
                </a:ext>
              </a:extLst>
            </p:cNvPr>
            <p:cNvSpPr/>
            <p:nvPr/>
          </p:nvSpPr>
          <p:spPr>
            <a:xfrm>
              <a:off x="2275184" y="2388438"/>
              <a:ext cx="217571" cy="217571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" name="타원 102">
              <a:extLst>
                <a:ext uri="{FF2B5EF4-FFF2-40B4-BE49-F238E27FC236}">
                  <a16:creationId xmlns:a16="http://schemas.microsoft.com/office/drawing/2014/main" id="{5418F4F1-4A1C-429B-BBCE-DB15ADFD5824}"/>
                </a:ext>
              </a:extLst>
            </p:cNvPr>
            <p:cNvSpPr/>
            <p:nvPr/>
          </p:nvSpPr>
          <p:spPr>
            <a:xfrm>
              <a:off x="2090205" y="3864740"/>
              <a:ext cx="217571" cy="217571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" name="타원 103">
              <a:extLst>
                <a:ext uri="{FF2B5EF4-FFF2-40B4-BE49-F238E27FC236}">
                  <a16:creationId xmlns:a16="http://schemas.microsoft.com/office/drawing/2014/main" id="{F058D652-546E-4612-BE6D-94B50B553784}"/>
                </a:ext>
              </a:extLst>
            </p:cNvPr>
            <p:cNvSpPr/>
            <p:nvPr/>
          </p:nvSpPr>
          <p:spPr>
            <a:xfrm>
              <a:off x="2477895" y="3849241"/>
              <a:ext cx="217571" cy="217571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53D33AFF-FCF8-4786-8598-6E80BC14CA64}"/>
                </a:ext>
              </a:extLst>
            </p:cNvPr>
            <p:cNvSpPr/>
            <p:nvPr/>
          </p:nvSpPr>
          <p:spPr>
            <a:xfrm>
              <a:off x="2019859" y="4970163"/>
              <a:ext cx="217571" cy="217571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타원 105">
              <a:extLst>
                <a:ext uri="{FF2B5EF4-FFF2-40B4-BE49-F238E27FC236}">
                  <a16:creationId xmlns:a16="http://schemas.microsoft.com/office/drawing/2014/main" id="{08FD3645-1231-4E8A-B16B-0EEAE35A589A}"/>
                </a:ext>
              </a:extLst>
            </p:cNvPr>
            <p:cNvSpPr/>
            <p:nvPr/>
          </p:nvSpPr>
          <p:spPr>
            <a:xfrm>
              <a:off x="2569471" y="4952422"/>
              <a:ext cx="217571" cy="217571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F2A3DB08-6556-4ABC-A4E6-8E820BF48312}"/>
                </a:ext>
              </a:extLst>
            </p:cNvPr>
            <p:cNvSpPr/>
            <p:nvPr/>
          </p:nvSpPr>
          <p:spPr>
            <a:xfrm>
              <a:off x="2328496" y="2308717"/>
              <a:ext cx="889395" cy="889395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A7E739F4-EE9F-4353-9D9A-F8610DD6A43E}"/>
              </a:ext>
            </a:extLst>
          </p:cNvPr>
          <p:cNvGrpSpPr/>
          <p:nvPr/>
        </p:nvGrpSpPr>
        <p:grpSpPr>
          <a:xfrm>
            <a:off x="9814697" y="4204227"/>
            <a:ext cx="1592719" cy="596337"/>
            <a:chOff x="10034045" y="4398845"/>
            <a:chExt cx="1592719" cy="596337"/>
          </a:xfrm>
        </p:grpSpPr>
        <p:sp>
          <p:nvSpPr>
            <p:cNvPr id="84" name="자유형: 도형 83">
              <a:extLst>
                <a:ext uri="{FF2B5EF4-FFF2-40B4-BE49-F238E27FC236}">
                  <a16:creationId xmlns:a16="http://schemas.microsoft.com/office/drawing/2014/main" id="{84F1D50C-47C5-4EFE-80AB-4806B2B4DDA1}"/>
                </a:ext>
              </a:extLst>
            </p:cNvPr>
            <p:cNvSpPr/>
            <p:nvPr/>
          </p:nvSpPr>
          <p:spPr>
            <a:xfrm rot="2146737">
              <a:off x="10146746" y="4398845"/>
              <a:ext cx="666920" cy="240636"/>
            </a:xfrm>
            <a:custGeom>
              <a:avLst/>
              <a:gdLst>
                <a:gd name="connsiteX0" fmla="*/ 0 w 427950"/>
                <a:gd name="connsiteY0" fmla="*/ 0 h 240636"/>
                <a:gd name="connsiteX1" fmla="*/ 414929 w 427950"/>
                <a:gd name="connsiteY1" fmla="*/ 0 h 240636"/>
                <a:gd name="connsiteX2" fmla="*/ 417274 w 427950"/>
                <a:gd name="connsiteY2" fmla="*/ 7554 h 240636"/>
                <a:gd name="connsiteX3" fmla="*/ 427950 w 427950"/>
                <a:gd name="connsiteY3" fmla="*/ 113462 h 240636"/>
                <a:gd name="connsiteX4" fmla="*/ 417274 w 427950"/>
                <a:gd name="connsiteY4" fmla="*/ 219370 h 240636"/>
                <a:gd name="connsiteX5" fmla="*/ 410672 w 427950"/>
                <a:gd name="connsiteY5" fmla="*/ 240636 h 240636"/>
                <a:gd name="connsiteX6" fmla="*/ 0 w 427950"/>
                <a:gd name="connsiteY6" fmla="*/ 240636 h 240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7950" h="240636">
                  <a:moveTo>
                    <a:pt x="0" y="0"/>
                  </a:moveTo>
                  <a:lnTo>
                    <a:pt x="414929" y="0"/>
                  </a:lnTo>
                  <a:lnTo>
                    <a:pt x="417274" y="7554"/>
                  </a:lnTo>
                  <a:cubicBezTo>
                    <a:pt x="424274" y="41763"/>
                    <a:pt x="427950" y="77183"/>
                    <a:pt x="427950" y="113462"/>
                  </a:cubicBezTo>
                  <a:cubicBezTo>
                    <a:pt x="427950" y="149741"/>
                    <a:pt x="424274" y="185161"/>
                    <a:pt x="417274" y="219370"/>
                  </a:cubicBezTo>
                  <a:lnTo>
                    <a:pt x="410672" y="240636"/>
                  </a:lnTo>
                  <a:lnTo>
                    <a:pt x="0" y="240636"/>
                  </a:lnTo>
                  <a:close/>
                </a:path>
              </a:pathLst>
            </a:custGeom>
            <a:solidFill>
              <a:srgbClr val="D9D9D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1BD4A46D-CDDF-4DFB-A762-36B38C7166AA}"/>
                </a:ext>
              </a:extLst>
            </p:cNvPr>
            <p:cNvGrpSpPr/>
            <p:nvPr/>
          </p:nvGrpSpPr>
          <p:grpSpPr>
            <a:xfrm rot="1332185">
              <a:off x="10034045" y="4669833"/>
              <a:ext cx="1592719" cy="325349"/>
              <a:chOff x="3721400" y="5313284"/>
              <a:chExt cx="1592719" cy="325349"/>
            </a:xfrm>
          </p:grpSpPr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5A1744F4-84E6-435F-969B-E76811A575C1}"/>
                  </a:ext>
                </a:extLst>
              </p:cNvPr>
              <p:cNvSpPr/>
              <p:nvPr/>
            </p:nvSpPr>
            <p:spPr>
              <a:xfrm rot="17075790">
                <a:off x="4718156" y="5042671"/>
                <a:ext cx="260393" cy="931532"/>
              </a:xfrm>
              <a:custGeom>
                <a:avLst/>
                <a:gdLst>
                  <a:gd name="connsiteX0" fmla="*/ 0 w 260393"/>
                  <a:gd name="connsiteY0" fmla="*/ 43400 h 1678474"/>
                  <a:gd name="connsiteX1" fmla="*/ 43400 w 260393"/>
                  <a:gd name="connsiteY1" fmla="*/ 0 h 1678474"/>
                  <a:gd name="connsiteX2" fmla="*/ 216993 w 260393"/>
                  <a:gd name="connsiteY2" fmla="*/ 0 h 1678474"/>
                  <a:gd name="connsiteX3" fmla="*/ 260393 w 260393"/>
                  <a:gd name="connsiteY3" fmla="*/ 43400 h 1678474"/>
                  <a:gd name="connsiteX4" fmla="*/ 260393 w 260393"/>
                  <a:gd name="connsiteY4" fmla="*/ 1635074 h 1678474"/>
                  <a:gd name="connsiteX5" fmla="*/ 216993 w 260393"/>
                  <a:gd name="connsiteY5" fmla="*/ 1678474 h 1678474"/>
                  <a:gd name="connsiteX6" fmla="*/ 43400 w 260393"/>
                  <a:gd name="connsiteY6" fmla="*/ 1678474 h 1678474"/>
                  <a:gd name="connsiteX7" fmla="*/ 0 w 260393"/>
                  <a:gd name="connsiteY7" fmla="*/ 1635074 h 1678474"/>
                  <a:gd name="connsiteX8" fmla="*/ 0 w 260393"/>
                  <a:gd name="connsiteY8" fmla="*/ 43400 h 1678474"/>
                  <a:gd name="connsiteX0" fmla="*/ 58089 w 260393"/>
                  <a:gd name="connsiteY0" fmla="*/ 77486 h 1678474"/>
                  <a:gd name="connsiteX1" fmla="*/ 43400 w 260393"/>
                  <a:gd name="connsiteY1" fmla="*/ 0 h 1678474"/>
                  <a:gd name="connsiteX2" fmla="*/ 216993 w 260393"/>
                  <a:gd name="connsiteY2" fmla="*/ 0 h 1678474"/>
                  <a:gd name="connsiteX3" fmla="*/ 260393 w 260393"/>
                  <a:gd name="connsiteY3" fmla="*/ 43400 h 1678474"/>
                  <a:gd name="connsiteX4" fmla="*/ 260393 w 260393"/>
                  <a:gd name="connsiteY4" fmla="*/ 1635074 h 1678474"/>
                  <a:gd name="connsiteX5" fmla="*/ 216993 w 260393"/>
                  <a:gd name="connsiteY5" fmla="*/ 1678474 h 1678474"/>
                  <a:gd name="connsiteX6" fmla="*/ 43400 w 260393"/>
                  <a:gd name="connsiteY6" fmla="*/ 1678474 h 1678474"/>
                  <a:gd name="connsiteX7" fmla="*/ 0 w 260393"/>
                  <a:gd name="connsiteY7" fmla="*/ 1635074 h 1678474"/>
                  <a:gd name="connsiteX8" fmla="*/ 58089 w 260393"/>
                  <a:gd name="connsiteY8" fmla="*/ 77486 h 1678474"/>
                  <a:gd name="connsiteX0" fmla="*/ 58089 w 260393"/>
                  <a:gd name="connsiteY0" fmla="*/ 77486 h 1678474"/>
                  <a:gd name="connsiteX1" fmla="*/ 43400 w 260393"/>
                  <a:gd name="connsiteY1" fmla="*/ 0 h 1678474"/>
                  <a:gd name="connsiteX2" fmla="*/ 190876 w 260393"/>
                  <a:gd name="connsiteY2" fmla="*/ 164284 h 1678474"/>
                  <a:gd name="connsiteX3" fmla="*/ 260393 w 260393"/>
                  <a:gd name="connsiteY3" fmla="*/ 43400 h 1678474"/>
                  <a:gd name="connsiteX4" fmla="*/ 260393 w 260393"/>
                  <a:gd name="connsiteY4" fmla="*/ 1635074 h 1678474"/>
                  <a:gd name="connsiteX5" fmla="*/ 216993 w 260393"/>
                  <a:gd name="connsiteY5" fmla="*/ 1678474 h 1678474"/>
                  <a:gd name="connsiteX6" fmla="*/ 43400 w 260393"/>
                  <a:gd name="connsiteY6" fmla="*/ 1678474 h 1678474"/>
                  <a:gd name="connsiteX7" fmla="*/ 0 w 260393"/>
                  <a:gd name="connsiteY7" fmla="*/ 1635074 h 1678474"/>
                  <a:gd name="connsiteX8" fmla="*/ 58089 w 260393"/>
                  <a:gd name="connsiteY8" fmla="*/ 77486 h 1678474"/>
                  <a:gd name="connsiteX0" fmla="*/ 58089 w 260393"/>
                  <a:gd name="connsiteY0" fmla="*/ 77486 h 1678474"/>
                  <a:gd name="connsiteX1" fmla="*/ 43400 w 260393"/>
                  <a:gd name="connsiteY1" fmla="*/ 0 h 1678474"/>
                  <a:gd name="connsiteX2" fmla="*/ 190876 w 260393"/>
                  <a:gd name="connsiteY2" fmla="*/ 164284 h 1678474"/>
                  <a:gd name="connsiteX3" fmla="*/ 212193 w 260393"/>
                  <a:gd name="connsiteY3" fmla="*/ 311862 h 1678474"/>
                  <a:gd name="connsiteX4" fmla="*/ 260393 w 260393"/>
                  <a:gd name="connsiteY4" fmla="*/ 1635074 h 1678474"/>
                  <a:gd name="connsiteX5" fmla="*/ 216993 w 260393"/>
                  <a:gd name="connsiteY5" fmla="*/ 1678474 h 1678474"/>
                  <a:gd name="connsiteX6" fmla="*/ 43400 w 260393"/>
                  <a:gd name="connsiteY6" fmla="*/ 1678474 h 1678474"/>
                  <a:gd name="connsiteX7" fmla="*/ 0 w 260393"/>
                  <a:gd name="connsiteY7" fmla="*/ 1635074 h 1678474"/>
                  <a:gd name="connsiteX8" fmla="*/ 58089 w 260393"/>
                  <a:gd name="connsiteY8" fmla="*/ 77486 h 1678474"/>
                  <a:gd name="connsiteX0" fmla="*/ 107345 w 260393"/>
                  <a:gd name="connsiteY0" fmla="*/ 153241 h 1678474"/>
                  <a:gd name="connsiteX1" fmla="*/ 43400 w 260393"/>
                  <a:gd name="connsiteY1" fmla="*/ 0 h 1678474"/>
                  <a:gd name="connsiteX2" fmla="*/ 190876 w 260393"/>
                  <a:gd name="connsiteY2" fmla="*/ 164284 h 1678474"/>
                  <a:gd name="connsiteX3" fmla="*/ 212193 w 260393"/>
                  <a:gd name="connsiteY3" fmla="*/ 311862 h 1678474"/>
                  <a:gd name="connsiteX4" fmla="*/ 260393 w 260393"/>
                  <a:gd name="connsiteY4" fmla="*/ 1635074 h 1678474"/>
                  <a:gd name="connsiteX5" fmla="*/ 216993 w 260393"/>
                  <a:gd name="connsiteY5" fmla="*/ 1678474 h 1678474"/>
                  <a:gd name="connsiteX6" fmla="*/ 43400 w 260393"/>
                  <a:gd name="connsiteY6" fmla="*/ 1678474 h 1678474"/>
                  <a:gd name="connsiteX7" fmla="*/ 0 w 260393"/>
                  <a:gd name="connsiteY7" fmla="*/ 1635074 h 1678474"/>
                  <a:gd name="connsiteX8" fmla="*/ 107345 w 260393"/>
                  <a:gd name="connsiteY8" fmla="*/ 153241 h 1678474"/>
                  <a:gd name="connsiteX0" fmla="*/ 91214 w 260393"/>
                  <a:gd name="connsiteY0" fmla="*/ 393667 h 1678474"/>
                  <a:gd name="connsiteX1" fmla="*/ 43400 w 260393"/>
                  <a:gd name="connsiteY1" fmla="*/ 0 h 1678474"/>
                  <a:gd name="connsiteX2" fmla="*/ 190876 w 260393"/>
                  <a:gd name="connsiteY2" fmla="*/ 164284 h 1678474"/>
                  <a:gd name="connsiteX3" fmla="*/ 212193 w 260393"/>
                  <a:gd name="connsiteY3" fmla="*/ 311862 h 1678474"/>
                  <a:gd name="connsiteX4" fmla="*/ 260393 w 260393"/>
                  <a:gd name="connsiteY4" fmla="*/ 1635074 h 1678474"/>
                  <a:gd name="connsiteX5" fmla="*/ 216993 w 260393"/>
                  <a:gd name="connsiteY5" fmla="*/ 1678474 h 1678474"/>
                  <a:gd name="connsiteX6" fmla="*/ 43400 w 260393"/>
                  <a:gd name="connsiteY6" fmla="*/ 1678474 h 1678474"/>
                  <a:gd name="connsiteX7" fmla="*/ 0 w 260393"/>
                  <a:gd name="connsiteY7" fmla="*/ 1635074 h 1678474"/>
                  <a:gd name="connsiteX8" fmla="*/ 91214 w 260393"/>
                  <a:gd name="connsiteY8" fmla="*/ 393667 h 1678474"/>
                  <a:gd name="connsiteX0" fmla="*/ 91214 w 260393"/>
                  <a:gd name="connsiteY0" fmla="*/ 250987 h 1535794"/>
                  <a:gd name="connsiteX1" fmla="*/ 100241 w 260393"/>
                  <a:gd name="connsiteY1" fmla="*/ 0 h 1535794"/>
                  <a:gd name="connsiteX2" fmla="*/ 190876 w 260393"/>
                  <a:gd name="connsiteY2" fmla="*/ 21604 h 1535794"/>
                  <a:gd name="connsiteX3" fmla="*/ 212193 w 260393"/>
                  <a:gd name="connsiteY3" fmla="*/ 169182 h 1535794"/>
                  <a:gd name="connsiteX4" fmla="*/ 260393 w 260393"/>
                  <a:gd name="connsiteY4" fmla="*/ 1492394 h 1535794"/>
                  <a:gd name="connsiteX5" fmla="*/ 216993 w 260393"/>
                  <a:gd name="connsiteY5" fmla="*/ 1535794 h 1535794"/>
                  <a:gd name="connsiteX6" fmla="*/ 43400 w 260393"/>
                  <a:gd name="connsiteY6" fmla="*/ 1535794 h 1535794"/>
                  <a:gd name="connsiteX7" fmla="*/ 0 w 260393"/>
                  <a:gd name="connsiteY7" fmla="*/ 1492394 h 1535794"/>
                  <a:gd name="connsiteX8" fmla="*/ 91214 w 260393"/>
                  <a:gd name="connsiteY8" fmla="*/ 250987 h 1535794"/>
                  <a:gd name="connsiteX0" fmla="*/ 32356 w 260393"/>
                  <a:gd name="connsiteY0" fmla="*/ 138359 h 1535794"/>
                  <a:gd name="connsiteX1" fmla="*/ 100241 w 260393"/>
                  <a:gd name="connsiteY1" fmla="*/ 0 h 1535794"/>
                  <a:gd name="connsiteX2" fmla="*/ 190876 w 260393"/>
                  <a:gd name="connsiteY2" fmla="*/ 21604 h 1535794"/>
                  <a:gd name="connsiteX3" fmla="*/ 212193 w 260393"/>
                  <a:gd name="connsiteY3" fmla="*/ 169182 h 1535794"/>
                  <a:gd name="connsiteX4" fmla="*/ 260393 w 260393"/>
                  <a:gd name="connsiteY4" fmla="*/ 1492394 h 1535794"/>
                  <a:gd name="connsiteX5" fmla="*/ 216993 w 260393"/>
                  <a:gd name="connsiteY5" fmla="*/ 1535794 h 1535794"/>
                  <a:gd name="connsiteX6" fmla="*/ 43400 w 260393"/>
                  <a:gd name="connsiteY6" fmla="*/ 1535794 h 1535794"/>
                  <a:gd name="connsiteX7" fmla="*/ 0 w 260393"/>
                  <a:gd name="connsiteY7" fmla="*/ 1492394 h 1535794"/>
                  <a:gd name="connsiteX8" fmla="*/ 32356 w 260393"/>
                  <a:gd name="connsiteY8" fmla="*/ 138359 h 1535794"/>
                  <a:gd name="connsiteX0" fmla="*/ 32356 w 260393"/>
                  <a:gd name="connsiteY0" fmla="*/ 230918 h 1628353"/>
                  <a:gd name="connsiteX1" fmla="*/ 115507 w 260393"/>
                  <a:gd name="connsiteY1" fmla="*/ 0 h 1628353"/>
                  <a:gd name="connsiteX2" fmla="*/ 190876 w 260393"/>
                  <a:gd name="connsiteY2" fmla="*/ 114163 h 1628353"/>
                  <a:gd name="connsiteX3" fmla="*/ 212193 w 260393"/>
                  <a:gd name="connsiteY3" fmla="*/ 261741 h 1628353"/>
                  <a:gd name="connsiteX4" fmla="*/ 260393 w 260393"/>
                  <a:gd name="connsiteY4" fmla="*/ 1584953 h 1628353"/>
                  <a:gd name="connsiteX5" fmla="*/ 216993 w 260393"/>
                  <a:gd name="connsiteY5" fmla="*/ 1628353 h 1628353"/>
                  <a:gd name="connsiteX6" fmla="*/ 43400 w 260393"/>
                  <a:gd name="connsiteY6" fmla="*/ 1628353 h 1628353"/>
                  <a:gd name="connsiteX7" fmla="*/ 0 w 260393"/>
                  <a:gd name="connsiteY7" fmla="*/ 1584953 h 1628353"/>
                  <a:gd name="connsiteX8" fmla="*/ 32356 w 260393"/>
                  <a:gd name="connsiteY8" fmla="*/ 230918 h 1628353"/>
                  <a:gd name="connsiteX0" fmla="*/ 32356 w 262461"/>
                  <a:gd name="connsiteY0" fmla="*/ 230918 h 1628353"/>
                  <a:gd name="connsiteX1" fmla="*/ 115507 w 262461"/>
                  <a:gd name="connsiteY1" fmla="*/ 0 h 1628353"/>
                  <a:gd name="connsiteX2" fmla="*/ 257415 w 262461"/>
                  <a:gd name="connsiteY2" fmla="*/ 67307 h 1628353"/>
                  <a:gd name="connsiteX3" fmla="*/ 212193 w 262461"/>
                  <a:gd name="connsiteY3" fmla="*/ 261741 h 1628353"/>
                  <a:gd name="connsiteX4" fmla="*/ 260393 w 262461"/>
                  <a:gd name="connsiteY4" fmla="*/ 1584953 h 1628353"/>
                  <a:gd name="connsiteX5" fmla="*/ 216993 w 262461"/>
                  <a:gd name="connsiteY5" fmla="*/ 1628353 h 1628353"/>
                  <a:gd name="connsiteX6" fmla="*/ 43400 w 262461"/>
                  <a:gd name="connsiteY6" fmla="*/ 1628353 h 1628353"/>
                  <a:gd name="connsiteX7" fmla="*/ 0 w 262461"/>
                  <a:gd name="connsiteY7" fmla="*/ 1584953 h 1628353"/>
                  <a:gd name="connsiteX8" fmla="*/ 32356 w 262461"/>
                  <a:gd name="connsiteY8" fmla="*/ 230918 h 1628353"/>
                  <a:gd name="connsiteX0" fmla="*/ 22370 w 262461"/>
                  <a:gd name="connsiteY0" fmla="*/ 154777 h 1628353"/>
                  <a:gd name="connsiteX1" fmla="*/ 115507 w 262461"/>
                  <a:gd name="connsiteY1" fmla="*/ 0 h 1628353"/>
                  <a:gd name="connsiteX2" fmla="*/ 257415 w 262461"/>
                  <a:gd name="connsiteY2" fmla="*/ 67307 h 1628353"/>
                  <a:gd name="connsiteX3" fmla="*/ 212193 w 262461"/>
                  <a:gd name="connsiteY3" fmla="*/ 261741 h 1628353"/>
                  <a:gd name="connsiteX4" fmla="*/ 260393 w 262461"/>
                  <a:gd name="connsiteY4" fmla="*/ 1584953 h 1628353"/>
                  <a:gd name="connsiteX5" fmla="*/ 216993 w 262461"/>
                  <a:gd name="connsiteY5" fmla="*/ 1628353 h 1628353"/>
                  <a:gd name="connsiteX6" fmla="*/ 43400 w 262461"/>
                  <a:gd name="connsiteY6" fmla="*/ 1628353 h 1628353"/>
                  <a:gd name="connsiteX7" fmla="*/ 0 w 262461"/>
                  <a:gd name="connsiteY7" fmla="*/ 1584953 h 1628353"/>
                  <a:gd name="connsiteX8" fmla="*/ 22370 w 262461"/>
                  <a:gd name="connsiteY8" fmla="*/ 154777 h 1628353"/>
                  <a:gd name="connsiteX0" fmla="*/ 22370 w 262461"/>
                  <a:gd name="connsiteY0" fmla="*/ 88044 h 1561620"/>
                  <a:gd name="connsiteX1" fmla="*/ 88910 w 262461"/>
                  <a:gd name="connsiteY1" fmla="*/ 599652 h 1561620"/>
                  <a:gd name="connsiteX2" fmla="*/ 257415 w 262461"/>
                  <a:gd name="connsiteY2" fmla="*/ 574 h 1561620"/>
                  <a:gd name="connsiteX3" fmla="*/ 212193 w 262461"/>
                  <a:gd name="connsiteY3" fmla="*/ 195008 h 1561620"/>
                  <a:gd name="connsiteX4" fmla="*/ 260393 w 262461"/>
                  <a:gd name="connsiteY4" fmla="*/ 1518220 h 1561620"/>
                  <a:gd name="connsiteX5" fmla="*/ 216993 w 262461"/>
                  <a:gd name="connsiteY5" fmla="*/ 1561620 h 1561620"/>
                  <a:gd name="connsiteX6" fmla="*/ 43400 w 262461"/>
                  <a:gd name="connsiteY6" fmla="*/ 1561620 h 1561620"/>
                  <a:gd name="connsiteX7" fmla="*/ 0 w 262461"/>
                  <a:gd name="connsiteY7" fmla="*/ 1518220 h 1561620"/>
                  <a:gd name="connsiteX8" fmla="*/ 22370 w 262461"/>
                  <a:gd name="connsiteY8" fmla="*/ 88044 h 1561620"/>
                  <a:gd name="connsiteX0" fmla="*/ 22370 w 264964"/>
                  <a:gd name="connsiteY0" fmla="*/ 88044 h 1561620"/>
                  <a:gd name="connsiteX1" fmla="*/ 88910 w 264964"/>
                  <a:gd name="connsiteY1" fmla="*/ 599652 h 1561620"/>
                  <a:gd name="connsiteX2" fmla="*/ 257415 w 264964"/>
                  <a:gd name="connsiteY2" fmla="*/ 574 h 1561620"/>
                  <a:gd name="connsiteX3" fmla="*/ 240613 w 264964"/>
                  <a:gd name="connsiteY3" fmla="*/ 896279 h 1561620"/>
                  <a:gd name="connsiteX4" fmla="*/ 260393 w 264964"/>
                  <a:gd name="connsiteY4" fmla="*/ 1518220 h 1561620"/>
                  <a:gd name="connsiteX5" fmla="*/ 216993 w 264964"/>
                  <a:gd name="connsiteY5" fmla="*/ 1561620 h 1561620"/>
                  <a:gd name="connsiteX6" fmla="*/ 43400 w 264964"/>
                  <a:gd name="connsiteY6" fmla="*/ 1561620 h 1561620"/>
                  <a:gd name="connsiteX7" fmla="*/ 0 w 264964"/>
                  <a:gd name="connsiteY7" fmla="*/ 1518220 h 1561620"/>
                  <a:gd name="connsiteX8" fmla="*/ 22370 w 264964"/>
                  <a:gd name="connsiteY8" fmla="*/ 88044 h 1561620"/>
                  <a:gd name="connsiteX0" fmla="*/ 22370 w 260393"/>
                  <a:gd name="connsiteY0" fmla="*/ 782 h 1474358"/>
                  <a:gd name="connsiteX1" fmla="*/ 88910 w 260393"/>
                  <a:gd name="connsiteY1" fmla="*/ 512390 h 1474358"/>
                  <a:gd name="connsiteX2" fmla="*/ 213311 w 260393"/>
                  <a:gd name="connsiteY2" fmla="*/ 600662 h 1474358"/>
                  <a:gd name="connsiteX3" fmla="*/ 240613 w 260393"/>
                  <a:gd name="connsiteY3" fmla="*/ 809017 h 1474358"/>
                  <a:gd name="connsiteX4" fmla="*/ 260393 w 260393"/>
                  <a:gd name="connsiteY4" fmla="*/ 1430958 h 1474358"/>
                  <a:gd name="connsiteX5" fmla="*/ 216993 w 260393"/>
                  <a:gd name="connsiteY5" fmla="*/ 1474358 h 1474358"/>
                  <a:gd name="connsiteX6" fmla="*/ 43400 w 260393"/>
                  <a:gd name="connsiteY6" fmla="*/ 1474358 h 1474358"/>
                  <a:gd name="connsiteX7" fmla="*/ 0 w 260393"/>
                  <a:gd name="connsiteY7" fmla="*/ 1430958 h 1474358"/>
                  <a:gd name="connsiteX8" fmla="*/ 22370 w 260393"/>
                  <a:gd name="connsiteY8" fmla="*/ 782 h 1474358"/>
                  <a:gd name="connsiteX0" fmla="*/ 14752 w 260393"/>
                  <a:gd name="connsiteY0" fmla="*/ 126869 h 961968"/>
                  <a:gd name="connsiteX1" fmla="*/ 88910 w 260393"/>
                  <a:gd name="connsiteY1" fmla="*/ 0 h 961968"/>
                  <a:gd name="connsiteX2" fmla="*/ 213311 w 260393"/>
                  <a:gd name="connsiteY2" fmla="*/ 88272 h 961968"/>
                  <a:gd name="connsiteX3" fmla="*/ 240613 w 260393"/>
                  <a:gd name="connsiteY3" fmla="*/ 296627 h 961968"/>
                  <a:gd name="connsiteX4" fmla="*/ 260393 w 260393"/>
                  <a:gd name="connsiteY4" fmla="*/ 918568 h 961968"/>
                  <a:gd name="connsiteX5" fmla="*/ 216993 w 260393"/>
                  <a:gd name="connsiteY5" fmla="*/ 961968 h 961968"/>
                  <a:gd name="connsiteX6" fmla="*/ 43400 w 260393"/>
                  <a:gd name="connsiteY6" fmla="*/ 961968 h 961968"/>
                  <a:gd name="connsiteX7" fmla="*/ 0 w 260393"/>
                  <a:gd name="connsiteY7" fmla="*/ 918568 h 961968"/>
                  <a:gd name="connsiteX8" fmla="*/ 14752 w 260393"/>
                  <a:gd name="connsiteY8" fmla="*/ 126869 h 961968"/>
                  <a:gd name="connsiteX0" fmla="*/ 14752 w 260393"/>
                  <a:gd name="connsiteY0" fmla="*/ 80653 h 915752"/>
                  <a:gd name="connsiteX1" fmla="*/ 87822 w 260393"/>
                  <a:gd name="connsiteY1" fmla="*/ 0 h 915752"/>
                  <a:gd name="connsiteX2" fmla="*/ 213311 w 260393"/>
                  <a:gd name="connsiteY2" fmla="*/ 42056 h 915752"/>
                  <a:gd name="connsiteX3" fmla="*/ 240613 w 260393"/>
                  <a:gd name="connsiteY3" fmla="*/ 250411 h 915752"/>
                  <a:gd name="connsiteX4" fmla="*/ 260393 w 260393"/>
                  <a:gd name="connsiteY4" fmla="*/ 872352 h 915752"/>
                  <a:gd name="connsiteX5" fmla="*/ 216993 w 260393"/>
                  <a:gd name="connsiteY5" fmla="*/ 915752 h 915752"/>
                  <a:gd name="connsiteX6" fmla="*/ 43400 w 260393"/>
                  <a:gd name="connsiteY6" fmla="*/ 915752 h 915752"/>
                  <a:gd name="connsiteX7" fmla="*/ 0 w 260393"/>
                  <a:gd name="connsiteY7" fmla="*/ 872352 h 915752"/>
                  <a:gd name="connsiteX8" fmla="*/ 14752 w 260393"/>
                  <a:gd name="connsiteY8" fmla="*/ 80653 h 915752"/>
                  <a:gd name="connsiteX0" fmla="*/ 0 w 272109"/>
                  <a:gd name="connsiteY0" fmla="*/ 130198 h 915752"/>
                  <a:gd name="connsiteX1" fmla="*/ 99538 w 272109"/>
                  <a:gd name="connsiteY1" fmla="*/ 0 h 915752"/>
                  <a:gd name="connsiteX2" fmla="*/ 225027 w 272109"/>
                  <a:gd name="connsiteY2" fmla="*/ 42056 h 915752"/>
                  <a:gd name="connsiteX3" fmla="*/ 252329 w 272109"/>
                  <a:gd name="connsiteY3" fmla="*/ 250411 h 915752"/>
                  <a:gd name="connsiteX4" fmla="*/ 272109 w 272109"/>
                  <a:gd name="connsiteY4" fmla="*/ 872352 h 915752"/>
                  <a:gd name="connsiteX5" fmla="*/ 228709 w 272109"/>
                  <a:gd name="connsiteY5" fmla="*/ 915752 h 915752"/>
                  <a:gd name="connsiteX6" fmla="*/ 55116 w 272109"/>
                  <a:gd name="connsiteY6" fmla="*/ 915752 h 915752"/>
                  <a:gd name="connsiteX7" fmla="*/ 11716 w 272109"/>
                  <a:gd name="connsiteY7" fmla="*/ 872352 h 915752"/>
                  <a:gd name="connsiteX8" fmla="*/ 0 w 272109"/>
                  <a:gd name="connsiteY8" fmla="*/ 130198 h 915752"/>
                  <a:gd name="connsiteX0" fmla="*/ 0 w 272109"/>
                  <a:gd name="connsiteY0" fmla="*/ 94285 h 879839"/>
                  <a:gd name="connsiteX1" fmla="*/ 52234 w 272109"/>
                  <a:gd name="connsiteY1" fmla="*/ 9214 h 879839"/>
                  <a:gd name="connsiteX2" fmla="*/ 225027 w 272109"/>
                  <a:gd name="connsiteY2" fmla="*/ 6143 h 879839"/>
                  <a:gd name="connsiteX3" fmla="*/ 252329 w 272109"/>
                  <a:gd name="connsiteY3" fmla="*/ 214498 h 879839"/>
                  <a:gd name="connsiteX4" fmla="*/ 272109 w 272109"/>
                  <a:gd name="connsiteY4" fmla="*/ 836439 h 879839"/>
                  <a:gd name="connsiteX5" fmla="*/ 228709 w 272109"/>
                  <a:gd name="connsiteY5" fmla="*/ 879839 h 879839"/>
                  <a:gd name="connsiteX6" fmla="*/ 55116 w 272109"/>
                  <a:gd name="connsiteY6" fmla="*/ 879839 h 879839"/>
                  <a:gd name="connsiteX7" fmla="*/ 11716 w 272109"/>
                  <a:gd name="connsiteY7" fmla="*/ 836439 h 879839"/>
                  <a:gd name="connsiteX8" fmla="*/ 0 w 272109"/>
                  <a:gd name="connsiteY8" fmla="*/ 94285 h 879839"/>
                  <a:gd name="connsiteX0" fmla="*/ 0 w 272109"/>
                  <a:gd name="connsiteY0" fmla="*/ 85071 h 870625"/>
                  <a:gd name="connsiteX1" fmla="*/ 52234 w 272109"/>
                  <a:gd name="connsiteY1" fmla="*/ 0 h 870625"/>
                  <a:gd name="connsiteX2" fmla="*/ 172794 w 272109"/>
                  <a:gd name="connsiteY2" fmla="*/ 10532 h 870625"/>
                  <a:gd name="connsiteX3" fmla="*/ 252329 w 272109"/>
                  <a:gd name="connsiteY3" fmla="*/ 205284 h 870625"/>
                  <a:gd name="connsiteX4" fmla="*/ 272109 w 272109"/>
                  <a:gd name="connsiteY4" fmla="*/ 827225 h 870625"/>
                  <a:gd name="connsiteX5" fmla="*/ 228709 w 272109"/>
                  <a:gd name="connsiteY5" fmla="*/ 870625 h 870625"/>
                  <a:gd name="connsiteX6" fmla="*/ 55116 w 272109"/>
                  <a:gd name="connsiteY6" fmla="*/ 870625 h 870625"/>
                  <a:gd name="connsiteX7" fmla="*/ 11716 w 272109"/>
                  <a:gd name="connsiteY7" fmla="*/ 827225 h 870625"/>
                  <a:gd name="connsiteX8" fmla="*/ 0 w 272109"/>
                  <a:gd name="connsiteY8" fmla="*/ 85071 h 870625"/>
                  <a:gd name="connsiteX0" fmla="*/ 0 w 272109"/>
                  <a:gd name="connsiteY0" fmla="*/ 145978 h 931532"/>
                  <a:gd name="connsiteX1" fmla="*/ 59339 w 272109"/>
                  <a:gd name="connsiteY1" fmla="*/ 0 h 931532"/>
                  <a:gd name="connsiteX2" fmla="*/ 172794 w 272109"/>
                  <a:gd name="connsiteY2" fmla="*/ 71439 h 931532"/>
                  <a:gd name="connsiteX3" fmla="*/ 252329 w 272109"/>
                  <a:gd name="connsiteY3" fmla="*/ 266191 h 931532"/>
                  <a:gd name="connsiteX4" fmla="*/ 272109 w 272109"/>
                  <a:gd name="connsiteY4" fmla="*/ 888132 h 931532"/>
                  <a:gd name="connsiteX5" fmla="*/ 228709 w 272109"/>
                  <a:gd name="connsiteY5" fmla="*/ 931532 h 931532"/>
                  <a:gd name="connsiteX6" fmla="*/ 55116 w 272109"/>
                  <a:gd name="connsiteY6" fmla="*/ 931532 h 931532"/>
                  <a:gd name="connsiteX7" fmla="*/ 11716 w 272109"/>
                  <a:gd name="connsiteY7" fmla="*/ 888132 h 931532"/>
                  <a:gd name="connsiteX8" fmla="*/ 0 w 272109"/>
                  <a:gd name="connsiteY8" fmla="*/ 145978 h 931532"/>
                  <a:gd name="connsiteX0" fmla="*/ 0 w 272109"/>
                  <a:gd name="connsiteY0" fmla="*/ 145978 h 931532"/>
                  <a:gd name="connsiteX1" fmla="*/ 59339 w 272109"/>
                  <a:gd name="connsiteY1" fmla="*/ 0 h 931532"/>
                  <a:gd name="connsiteX2" fmla="*/ 195390 w 272109"/>
                  <a:gd name="connsiteY2" fmla="*/ 19622 h 931532"/>
                  <a:gd name="connsiteX3" fmla="*/ 252329 w 272109"/>
                  <a:gd name="connsiteY3" fmla="*/ 266191 h 931532"/>
                  <a:gd name="connsiteX4" fmla="*/ 272109 w 272109"/>
                  <a:gd name="connsiteY4" fmla="*/ 888132 h 931532"/>
                  <a:gd name="connsiteX5" fmla="*/ 228709 w 272109"/>
                  <a:gd name="connsiteY5" fmla="*/ 931532 h 931532"/>
                  <a:gd name="connsiteX6" fmla="*/ 55116 w 272109"/>
                  <a:gd name="connsiteY6" fmla="*/ 931532 h 931532"/>
                  <a:gd name="connsiteX7" fmla="*/ 11716 w 272109"/>
                  <a:gd name="connsiteY7" fmla="*/ 888132 h 931532"/>
                  <a:gd name="connsiteX8" fmla="*/ 0 w 272109"/>
                  <a:gd name="connsiteY8" fmla="*/ 145978 h 931532"/>
                  <a:gd name="connsiteX0" fmla="*/ 0 w 272109"/>
                  <a:gd name="connsiteY0" fmla="*/ 145978 h 931532"/>
                  <a:gd name="connsiteX1" fmla="*/ 59339 w 272109"/>
                  <a:gd name="connsiteY1" fmla="*/ 0 h 931532"/>
                  <a:gd name="connsiteX2" fmla="*/ 195390 w 272109"/>
                  <a:gd name="connsiteY2" fmla="*/ 19622 h 931532"/>
                  <a:gd name="connsiteX3" fmla="*/ 227973 w 272109"/>
                  <a:gd name="connsiteY3" fmla="*/ 59278 h 931532"/>
                  <a:gd name="connsiteX4" fmla="*/ 272109 w 272109"/>
                  <a:gd name="connsiteY4" fmla="*/ 888132 h 931532"/>
                  <a:gd name="connsiteX5" fmla="*/ 228709 w 272109"/>
                  <a:gd name="connsiteY5" fmla="*/ 931532 h 931532"/>
                  <a:gd name="connsiteX6" fmla="*/ 55116 w 272109"/>
                  <a:gd name="connsiteY6" fmla="*/ 931532 h 931532"/>
                  <a:gd name="connsiteX7" fmla="*/ 11716 w 272109"/>
                  <a:gd name="connsiteY7" fmla="*/ 888132 h 931532"/>
                  <a:gd name="connsiteX8" fmla="*/ 0 w 272109"/>
                  <a:gd name="connsiteY8" fmla="*/ 145978 h 931532"/>
                  <a:gd name="connsiteX0" fmla="*/ 5023 w 260393"/>
                  <a:gd name="connsiteY0" fmla="*/ 46473 h 931532"/>
                  <a:gd name="connsiteX1" fmla="*/ 47623 w 260393"/>
                  <a:gd name="connsiteY1" fmla="*/ 0 h 931532"/>
                  <a:gd name="connsiteX2" fmla="*/ 183674 w 260393"/>
                  <a:gd name="connsiteY2" fmla="*/ 19622 h 931532"/>
                  <a:gd name="connsiteX3" fmla="*/ 216257 w 260393"/>
                  <a:gd name="connsiteY3" fmla="*/ 59278 h 931532"/>
                  <a:gd name="connsiteX4" fmla="*/ 260393 w 260393"/>
                  <a:gd name="connsiteY4" fmla="*/ 888132 h 931532"/>
                  <a:gd name="connsiteX5" fmla="*/ 216993 w 260393"/>
                  <a:gd name="connsiteY5" fmla="*/ 931532 h 931532"/>
                  <a:gd name="connsiteX6" fmla="*/ 43400 w 260393"/>
                  <a:gd name="connsiteY6" fmla="*/ 931532 h 931532"/>
                  <a:gd name="connsiteX7" fmla="*/ 0 w 260393"/>
                  <a:gd name="connsiteY7" fmla="*/ 888132 h 931532"/>
                  <a:gd name="connsiteX8" fmla="*/ 5023 w 260393"/>
                  <a:gd name="connsiteY8" fmla="*/ 46473 h 9315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0393" h="931532">
                    <a:moveTo>
                      <a:pt x="5023" y="46473"/>
                    </a:moveTo>
                    <a:cubicBezTo>
                      <a:pt x="5023" y="22504"/>
                      <a:pt x="23654" y="0"/>
                      <a:pt x="47623" y="0"/>
                    </a:cubicBezTo>
                    <a:cubicBezTo>
                      <a:pt x="94926" y="22436"/>
                      <a:pt x="136371" y="-2814"/>
                      <a:pt x="183674" y="19622"/>
                    </a:cubicBezTo>
                    <a:cubicBezTo>
                      <a:pt x="207643" y="19622"/>
                      <a:pt x="216257" y="35309"/>
                      <a:pt x="216257" y="59278"/>
                    </a:cubicBezTo>
                    <a:lnTo>
                      <a:pt x="260393" y="888132"/>
                    </a:lnTo>
                    <a:cubicBezTo>
                      <a:pt x="260393" y="912101"/>
                      <a:pt x="240962" y="931532"/>
                      <a:pt x="216993" y="931532"/>
                    </a:cubicBezTo>
                    <a:lnTo>
                      <a:pt x="43400" y="931532"/>
                    </a:lnTo>
                    <a:cubicBezTo>
                      <a:pt x="19431" y="931532"/>
                      <a:pt x="0" y="912101"/>
                      <a:pt x="0" y="888132"/>
                    </a:cubicBezTo>
                    <a:cubicBezTo>
                      <a:pt x="0" y="357574"/>
                      <a:pt x="5023" y="577031"/>
                      <a:pt x="5023" y="46473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" name="그룹 3">
                <a:extLst>
                  <a:ext uri="{FF2B5EF4-FFF2-40B4-BE49-F238E27FC236}">
                    <a16:creationId xmlns:a16="http://schemas.microsoft.com/office/drawing/2014/main" id="{7E0FBC14-9855-4370-AC06-F2A3E972C4BD}"/>
                  </a:ext>
                </a:extLst>
              </p:cNvPr>
              <p:cNvGrpSpPr/>
              <p:nvPr/>
            </p:nvGrpSpPr>
            <p:grpSpPr>
              <a:xfrm rot="768522">
                <a:off x="3721400" y="5313284"/>
                <a:ext cx="1532819" cy="237512"/>
                <a:chOff x="9626170" y="4237307"/>
                <a:chExt cx="1532819" cy="237512"/>
              </a:xfrm>
            </p:grpSpPr>
            <p:cxnSp>
              <p:nvCxnSpPr>
                <p:cNvPr id="96" name="직선 연결선 95">
                  <a:extLst>
                    <a:ext uri="{FF2B5EF4-FFF2-40B4-BE49-F238E27FC236}">
                      <a16:creationId xmlns:a16="http://schemas.microsoft.com/office/drawing/2014/main" id="{04550E12-F8DD-4DD9-8E78-EEA41E6D97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807264" y="4370297"/>
                  <a:ext cx="579554" cy="0"/>
                </a:xfrm>
                <a:prstGeom prst="line">
                  <a:avLst/>
                </a:prstGeom>
                <a:ln w="762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직선 연결선 96">
                  <a:extLst>
                    <a:ext uri="{FF2B5EF4-FFF2-40B4-BE49-F238E27FC236}">
                      <a16:creationId xmlns:a16="http://schemas.microsoft.com/office/drawing/2014/main" id="{99FBD6E3-6445-4837-80C8-77D9DF9D15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0579435" y="4370297"/>
                  <a:ext cx="579554" cy="0"/>
                </a:xfrm>
                <a:prstGeom prst="line">
                  <a:avLst/>
                </a:prstGeom>
                <a:ln w="762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9" name="타원 98">
                  <a:extLst>
                    <a:ext uri="{FF2B5EF4-FFF2-40B4-BE49-F238E27FC236}">
                      <a16:creationId xmlns:a16="http://schemas.microsoft.com/office/drawing/2014/main" id="{6B9A6B1E-22E1-4F30-A673-799CDF1AB2FB}"/>
                    </a:ext>
                  </a:extLst>
                </p:cNvPr>
                <p:cNvSpPr/>
                <p:nvPr/>
              </p:nvSpPr>
              <p:spPr>
                <a:xfrm>
                  <a:off x="10361864" y="4257248"/>
                  <a:ext cx="217571" cy="217571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0" name="타원 99">
                  <a:extLst>
                    <a:ext uri="{FF2B5EF4-FFF2-40B4-BE49-F238E27FC236}">
                      <a16:creationId xmlns:a16="http://schemas.microsoft.com/office/drawing/2014/main" id="{C147A980-295B-4231-86CF-CFE2E5896642}"/>
                    </a:ext>
                  </a:extLst>
                </p:cNvPr>
                <p:cNvSpPr/>
                <p:nvPr/>
              </p:nvSpPr>
              <p:spPr>
                <a:xfrm>
                  <a:off x="9626170" y="4237307"/>
                  <a:ext cx="217571" cy="217571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8337C97-CCE3-4AF6-8D16-B74589BB3608}"/>
              </a:ext>
            </a:extLst>
          </p:cNvPr>
          <p:cNvGrpSpPr/>
          <p:nvPr/>
        </p:nvGrpSpPr>
        <p:grpSpPr>
          <a:xfrm>
            <a:off x="6336562" y="2019251"/>
            <a:ext cx="2620946" cy="4270470"/>
            <a:chOff x="5885883" y="2019251"/>
            <a:chExt cx="2620946" cy="4270470"/>
          </a:xfrm>
        </p:grpSpPr>
        <p:sp>
          <p:nvSpPr>
            <p:cNvPr id="77" name="자유형: 도형 76">
              <a:extLst>
                <a:ext uri="{FF2B5EF4-FFF2-40B4-BE49-F238E27FC236}">
                  <a16:creationId xmlns:a16="http://schemas.microsoft.com/office/drawing/2014/main" id="{13B8674D-9BD6-497B-9754-828EEEF9836B}"/>
                </a:ext>
              </a:extLst>
            </p:cNvPr>
            <p:cNvSpPr/>
            <p:nvPr/>
          </p:nvSpPr>
          <p:spPr>
            <a:xfrm>
              <a:off x="7883765" y="2660447"/>
              <a:ext cx="623064" cy="728989"/>
            </a:xfrm>
            <a:custGeom>
              <a:avLst/>
              <a:gdLst>
                <a:gd name="connsiteX0" fmla="*/ 494974 w 623064"/>
                <a:gd name="connsiteY0" fmla="*/ 97141 h 728989"/>
                <a:gd name="connsiteX1" fmla="*/ 623064 w 623064"/>
                <a:gd name="connsiteY1" fmla="*/ 97141 h 728989"/>
                <a:gd name="connsiteX2" fmla="*/ 623064 w 623064"/>
                <a:gd name="connsiteY2" fmla="*/ 337777 h 728989"/>
                <a:gd name="connsiteX3" fmla="*/ 494974 w 623064"/>
                <a:gd name="connsiteY3" fmla="*/ 337777 h 728989"/>
                <a:gd name="connsiteX4" fmla="*/ 454867 w 623064"/>
                <a:gd name="connsiteY4" fmla="*/ 297670 h 728989"/>
                <a:gd name="connsiteX5" fmla="*/ 454867 w 623064"/>
                <a:gd name="connsiteY5" fmla="*/ 137248 h 728989"/>
                <a:gd name="connsiteX6" fmla="*/ 494974 w 623064"/>
                <a:gd name="connsiteY6" fmla="*/ 97141 h 728989"/>
                <a:gd name="connsiteX7" fmla="*/ 44582 w 623064"/>
                <a:gd name="connsiteY7" fmla="*/ 0 h 728989"/>
                <a:gd name="connsiteX8" fmla="*/ 313156 w 623064"/>
                <a:gd name="connsiteY8" fmla="*/ 0 h 728989"/>
                <a:gd name="connsiteX9" fmla="*/ 454866 w 623064"/>
                <a:gd name="connsiteY9" fmla="*/ 141710 h 728989"/>
                <a:gd name="connsiteX10" fmla="*/ 454866 w 623064"/>
                <a:gd name="connsiteY10" fmla="*/ 728989 h 728989"/>
                <a:gd name="connsiteX11" fmla="*/ 419599 w 623064"/>
                <a:gd name="connsiteY11" fmla="*/ 725434 h 728989"/>
                <a:gd name="connsiteX12" fmla="*/ 0 w 623064"/>
                <a:gd name="connsiteY12" fmla="*/ 210603 h 728989"/>
                <a:gd name="connsiteX13" fmla="*/ 41297 w 623064"/>
                <a:gd name="connsiteY13" fmla="*/ 6052 h 728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23064" h="728989">
                  <a:moveTo>
                    <a:pt x="494974" y="97141"/>
                  </a:moveTo>
                  <a:lnTo>
                    <a:pt x="623064" y="97141"/>
                  </a:lnTo>
                  <a:lnTo>
                    <a:pt x="623064" y="337777"/>
                  </a:lnTo>
                  <a:lnTo>
                    <a:pt x="494974" y="337777"/>
                  </a:lnTo>
                  <a:cubicBezTo>
                    <a:pt x="472824" y="337777"/>
                    <a:pt x="454867" y="319820"/>
                    <a:pt x="454867" y="297670"/>
                  </a:cubicBezTo>
                  <a:lnTo>
                    <a:pt x="454867" y="137248"/>
                  </a:lnTo>
                  <a:cubicBezTo>
                    <a:pt x="454867" y="115098"/>
                    <a:pt x="472824" y="97141"/>
                    <a:pt x="494974" y="97141"/>
                  </a:cubicBezTo>
                  <a:close/>
                  <a:moveTo>
                    <a:pt x="44582" y="0"/>
                  </a:moveTo>
                  <a:lnTo>
                    <a:pt x="313156" y="0"/>
                  </a:lnTo>
                  <a:cubicBezTo>
                    <a:pt x="391420" y="0"/>
                    <a:pt x="454866" y="63446"/>
                    <a:pt x="454866" y="141710"/>
                  </a:cubicBezTo>
                  <a:lnTo>
                    <a:pt x="454866" y="728989"/>
                  </a:lnTo>
                  <a:lnTo>
                    <a:pt x="419599" y="725434"/>
                  </a:lnTo>
                  <a:cubicBezTo>
                    <a:pt x="180134" y="676432"/>
                    <a:pt x="0" y="464554"/>
                    <a:pt x="0" y="210603"/>
                  </a:cubicBezTo>
                  <a:cubicBezTo>
                    <a:pt x="0" y="138046"/>
                    <a:pt x="14705" y="68923"/>
                    <a:pt x="41297" y="6052"/>
                  </a:cubicBezTo>
                  <a:close/>
                </a:path>
              </a:pathLst>
            </a:custGeom>
            <a:solidFill>
              <a:srgbClr val="D9D9D9"/>
            </a:solidFill>
            <a:ln w="127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dirty="0"/>
            </a:p>
          </p:txBody>
        </p:sp>
        <p:grpSp>
          <p:nvGrpSpPr>
            <p:cNvPr id="85" name="그룹 84">
              <a:extLst>
                <a:ext uri="{FF2B5EF4-FFF2-40B4-BE49-F238E27FC236}">
                  <a16:creationId xmlns:a16="http://schemas.microsoft.com/office/drawing/2014/main" id="{CB5BEA2E-9683-405C-9328-01219894C510}"/>
                </a:ext>
              </a:extLst>
            </p:cNvPr>
            <p:cNvGrpSpPr/>
            <p:nvPr/>
          </p:nvGrpSpPr>
          <p:grpSpPr>
            <a:xfrm>
              <a:off x="5885883" y="2019251"/>
              <a:ext cx="2401754" cy="4270470"/>
              <a:chOff x="409012" y="1813908"/>
              <a:chExt cx="2401754" cy="4270470"/>
            </a:xfrm>
          </p:grpSpPr>
          <p:sp>
            <p:nvSpPr>
              <p:cNvPr id="108" name="타원 107">
                <a:extLst>
                  <a:ext uri="{FF2B5EF4-FFF2-40B4-BE49-F238E27FC236}">
                    <a16:creationId xmlns:a16="http://schemas.microsoft.com/office/drawing/2014/main" id="{AB71E4DA-327B-47B3-AAB9-D137FDFB93A0}"/>
                  </a:ext>
                </a:extLst>
              </p:cNvPr>
              <p:cNvSpPr/>
              <p:nvPr/>
            </p:nvSpPr>
            <p:spPr>
              <a:xfrm>
                <a:off x="2152390" y="1813908"/>
                <a:ext cx="466511" cy="64040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0" name="자유형: 도형 109">
                <a:extLst>
                  <a:ext uri="{FF2B5EF4-FFF2-40B4-BE49-F238E27FC236}">
                    <a16:creationId xmlns:a16="http://schemas.microsoft.com/office/drawing/2014/main" id="{997788F4-7D35-4127-9617-E9B76F498BD9}"/>
                  </a:ext>
                </a:extLst>
              </p:cNvPr>
              <p:cNvSpPr/>
              <p:nvPr/>
            </p:nvSpPr>
            <p:spPr>
              <a:xfrm>
                <a:off x="1960524" y="2448652"/>
                <a:ext cx="850242" cy="1595571"/>
              </a:xfrm>
              <a:custGeom>
                <a:avLst/>
                <a:gdLst>
                  <a:gd name="connsiteX0" fmla="*/ 141710 w 850242"/>
                  <a:gd name="connsiteY0" fmla="*/ 0 h 1595571"/>
                  <a:gd name="connsiteX1" fmla="*/ 450782 w 850242"/>
                  <a:gd name="connsiteY1" fmla="*/ 0 h 1595571"/>
                  <a:gd name="connsiteX2" fmla="*/ 447497 w 850242"/>
                  <a:gd name="connsiteY2" fmla="*/ 6052 h 1595571"/>
                  <a:gd name="connsiteX3" fmla="*/ 406200 w 850242"/>
                  <a:gd name="connsiteY3" fmla="*/ 210603 h 1595571"/>
                  <a:gd name="connsiteX4" fmla="*/ 825799 w 850242"/>
                  <a:gd name="connsiteY4" fmla="*/ 725434 h 1595571"/>
                  <a:gd name="connsiteX5" fmla="*/ 850242 w 850242"/>
                  <a:gd name="connsiteY5" fmla="*/ 727898 h 1595571"/>
                  <a:gd name="connsiteX6" fmla="*/ 850242 w 850242"/>
                  <a:gd name="connsiteY6" fmla="*/ 1453861 h 1595571"/>
                  <a:gd name="connsiteX7" fmla="*/ 708532 w 850242"/>
                  <a:gd name="connsiteY7" fmla="*/ 1595571 h 1595571"/>
                  <a:gd name="connsiteX8" fmla="*/ 141710 w 850242"/>
                  <a:gd name="connsiteY8" fmla="*/ 1595571 h 1595571"/>
                  <a:gd name="connsiteX9" fmla="*/ 0 w 850242"/>
                  <a:gd name="connsiteY9" fmla="*/ 1453861 h 1595571"/>
                  <a:gd name="connsiteX10" fmla="*/ 0 w 850242"/>
                  <a:gd name="connsiteY10" fmla="*/ 141710 h 1595571"/>
                  <a:gd name="connsiteX11" fmla="*/ 141710 w 850242"/>
                  <a:gd name="connsiteY11" fmla="*/ 0 h 15955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50242" h="1595571">
                    <a:moveTo>
                      <a:pt x="141710" y="0"/>
                    </a:moveTo>
                    <a:lnTo>
                      <a:pt x="450782" y="0"/>
                    </a:lnTo>
                    <a:lnTo>
                      <a:pt x="447497" y="6052"/>
                    </a:lnTo>
                    <a:cubicBezTo>
                      <a:pt x="420905" y="68923"/>
                      <a:pt x="406200" y="138046"/>
                      <a:pt x="406200" y="210603"/>
                    </a:cubicBezTo>
                    <a:cubicBezTo>
                      <a:pt x="406200" y="464554"/>
                      <a:pt x="586334" y="676432"/>
                      <a:pt x="825799" y="725434"/>
                    </a:cubicBezTo>
                    <a:lnTo>
                      <a:pt x="850242" y="727898"/>
                    </a:lnTo>
                    <a:lnTo>
                      <a:pt x="850242" y="1453861"/>
                    </a:lnTo>
                    <a:cubicBezTo>
                      <a:pt x="850242" y="1532125"/>
                      <a:pt x="786796" y="1595571"/>
                      <a:pt x="708532" y="1595571"/>
                    </a:cubicBezTo>
                    <a:lnTo>
                      <a:pt x="141710" y="1595571"/>
                    </a:lnTo>
                    <a:cubicBezTo>
                      <a:pt x="63446" y="1595571"/>
                      <a:pt x="0" y="1532125"/>
                      <a:pt x="0" y="1453861"/>
                    </a:cubicBezTo>
                    <a:lnTo>
                      <a:pt x="0" y="141710"/>
                    </a:lnTo>
                    <a:cubicBezTo>
                      <a:pt x="0" y="63446"/>
                      <a:pt x="63446" y="0"/>
                      <a:pt x="141710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112" name="사각형: 둥근 모서리 111">
                <a:extLst>
                  <a:ext uri="{FF2B5EF4-FFF2-40B4-BE49-F238E27FC236}">
                    <a16:creationId xmlns:a16="http://schemas.microsoft.com/office/drawing/2014/main" id="{799E478A-48E6-4FBB-9E08-E7EC6F2B8E20}"/>
                  </a:ext>
                </a:extLst>
              </p:cNvPr>
              <p:cNvSpPr/>
              <p:nvPr/>
            </p:nvSpPr>
            <p:spPr>
              <a:xfrm>
                <a:off x="1960524" y="4042510"/>
                <a:ext cx="336462" cy="1105422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3" name="사각형: 둥근 모서리 112">
                <a:extLst>
                  <a:ext uri="{FF2B5EF4-FFF2-40B4-BE49-F238E27FC236}">
                    <a16:creationId xmlns:a16="http://schemas.microsoft.com/office/drawing/2014/main" id="{BBC27B79-0AB4-4654-9E1F-DAE52018459F}"/>
                  </a:ext>
                </a:extLst>
              </p:cNvPr>
              <p:cNvSpPr/>
              <p:nvPr/>
            </p:nvSpPr>
            <p:spPr>
              <a:xfrm>
                <a:off x="1959773" y="5147934"/>
                <a:ext cx="336462" cy="936444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4" name="사각형: 둥근 모서리 113">
                <a:extLst>
                  <a:ext uri="{FF2B5EF4-FFF2-40B4-BE49-F238E27FC236}">
                    <a16:creationId xmlns:a16="http://schemas.microsoft.com/office/drawing/2014/main" id="{3DD4F536-05C7-49A2-9D90-CB746A6CE475}"/>
                  </a:ext>
                </a:extLst>
              </p:cNvPr>
              <p:cNvSpPr/>
              <p:nvPr/>
            </p:nvSpPr>
            <p:spPr>
              <a:xfrm>
                <a:off x="2474304" y="4042511"/>
                <a:ext cx="336462" cy="1105422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5" name="사각형: 둥근 모서리 114">
                <a:extLst>
                  <a:ext uri="{FF2B5EF4-FFF2-40B4-BE49-F238E27FC236}">
                    <a16:creationId xmlns:a16="http://schemas.microsoft.com/office/drawing/2014/main" id="{A0D7C719-3A4F-42B4-A1FA-27258F248B03}"/>
                  </a:ext>
                </a:extLst>
              </p:cNvPr>
              <p:cNvSpPr/>
              <p:nvPr/>
            </p:nvSpPr>
            <p:spPr>
              <a:xfrm>
                <a:off x="2474304" y="5147933"/>
                <a:ext cx="336462" cy="936444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6" name="사각형: 둥근 모서리 115">
                <a:extLst>
                  <a:ext uri="{FF2B5EF4-FFF2-40B4-BE49-F238E27FC236}">
                    <a16:creationId xmlns:a16="http://schemas.microsoft.com/office/drawing/2014/main" id="{4F4E4EC3-5810-4EEC-A000-E57484BD97E8}"/>
                  </a:ext>
                </a:extLst>
              </p:cNvPr>
              <p:cNvSpPr/>
              <p:nvPr/>
            </p:nvSpPr>
            <p:spPr>
              <a:xfrm rot="16200000">
                <a:off x="676385" y="2278421"/>
                <a:ext cx="240636" cy="775381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7" name="사각형: 둥근 모서리 116">
                <a:extLst>
                  <a:ext uri="{FF2B5EF4-FFF2-40B4-BE49-F238E27FC236}">
                    <a16:creationId xmlns:a16="http://schemas.microsoft.com/office/drawing/2014/main" id="{34051A0F-0D2A-4195-AED1-6547805683E0}"/>
                  </a:ext>
                </a:extLst>
              </p:cNvPr>
              <p:cNvSpPr/>
              <p:nvPr/>
            </p:nvSpPr>
            <p:spPr>
              <a:xfrm rot="16200000">
                <a:off x="1451765" y="2272757"/>
                <a:ext cx="240636" cy="775381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49" name="직선 연결선 148">
                <a:extLst>
                  <a:ext uri="{FF2B5EF4-FFF2-40B4-BE49-F238E27FC236}">
                    <a16:creationId xmlns:a16="http://schemas.microsoft.com/office/drawing/2014/main" id="{AF746DAD-79C1-4D72-A514-605D7ECBC5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83969" y="1887061"/>
                <a:ext cx="0" cy="465762"/>
              </a:xfrm>
              <a:prstGeom prst="line">
                <a:avLst/>
              </a:prstGeom>
              <a:ln w="762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직선 연결선 149">
                <a:extLst>
                  <a:ext uri="{FF2B5EF4-FFF2-40B4-BE49-F238E27FC236}">
                    <a16:creationId xmlns:a16="http://schemas.microsoft.com/office/drawing/2014/main" id="{51F31830-8A34-472C-893B-3F1B997388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85645" y="2540128"/>
                <a:ext cx="0" cy="1377251"/>
              </a:xfrm>
              <a:prstGeom prst="line">
                <a:avLst/>
              </a:prstGeom>
              <a:ln w="762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직선 연결선 150">
                <a:extLst>
                  <a:ext uri="{FF2B5EF4-FFF2-40B4-BE49-F238E27FC236}">
                    <a16:creationId xmlns:a16="http://schemas.microsoft.com/office/drawing/2014/main" id="{EB56915E-0977-412E-8FDD-5A426FEFF9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78256" y="4099407"/>
                <a:ext cx="0" cy="915267"/>
              </a:xfrm>
              <a:prstGeom prst="line">
                <a:avLst/>
              </a:prstGeom>
              <a:ln w="762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직선 연결선 151">
                <a:extLst>
                  <a:ext uri="{FF2B5EF4-FFF2-40B4-BE49-F238E27FC236}">
                    <a16:creationId xmlns:a16="http://schemas.microsoft.com/office/drawing/2014/main" id="{2D823DD6-BBBE-48E0-9C4A-0D5160C43C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78256" y="5147933"/>
                <a:ext cx="0" cy="820938"/>
              </a:xfrm>
              <a:prstGeom prst="line">
                <a:avLst/>
              </a:prstGeom>
              <a:ln w="762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직선 연결선 152">
                <a:extLst>
                  <a:ext uri="{FF2B5EF4-FFF2-40B4-BE49-F238E27FC236}">
                    <a16:creationId xmlns:a16="http://schemas.microsoft.com/office/drawing/2014/main" id="{5E36ED6E-2F49-441F-8D17-8F2518E085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52390" y="4099407"/>
                <a:ext cx="0" cy="915267"/>
              </a:xfrm>
              <a:prstGeom prst="line">
                <a:avLst/>
              </a:prstGeom>
              <a:ln w="762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직선 연결선 153">
                <a:extLst>
                  <a:ext uri="{FF2B5EF4-FFF2-40B4-BE49-F238E27FC236}">
                    <a16:creationId xmlns:a16="http://schemas.microsoft.com/office/drawing/2014/main" id="{5AFE8450-1B81-4064-A860-2920CD2A8C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52390" y="5147933"/>
                <a:ext cx="0" cy="820938"/>
              </a:xfrm>
              <a:prstGeom prst="line">
                <a:avLst/>
              </a:prstGeom>
              <a:ln w="762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직선 연결선 154">
                <a:extLst>
                  <a:ext uri="{FF2B5EF4-FFF2-40B4-BE49-F238E27FC236}">
                    <a16:creationId xmlns:a16="http://schemas.microsoft.com/office/drawing/2014/main" id="{4AC4AEDB-734E-4ABB-A149-AD5ED30DE68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282305" y="2681907"/>
                <a:ext cx="579554" cy="0"/>
              </a:xfrm>
              <a:prstGeom prst="line">
                <a:avLst/>
              </a:prstGeom>
              <a:ln w="762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직선 연결선 155">
                <a:extLst>
                  <a:ext uri="{FF2B5EF4-FFF2-40B4-BE49-F238E27FC236}">
                    <a16:creationId xmlns:a16="http://schemas.microsoft.com/office/drawing/2014/main" id="{85E29843-FE99-49B8-BC2A-5272BEB4178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26768" y="2681907"/>
                <a:ext cx="579554" cy="0"/>
              </a:xfrm>
              <a:prstGeom prst="line">
                <a:avLst/>
              </a:prstGeom>
              <a:ln w="762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7" name="타원 156">
                <a:extLst>
                  <a:ext uri="{FF2B5EF4-FFF2-40B4-BE49-F238E27FC236}">
                    <a16:creationId xmlns:a16="http://schemas.microsoft.com/office/drawing/2014/main" id="{9DB40344-D694-4703-A53F-D6D1BD9B4190}"/>
                  </a:ext>
                </a:extLst>
              </p:cNvPr>
              <p:cNvSpPr/>
              <p:nvPr/>
            </p:nvSpPr>
            <p:spPr>
              <a:xfrm>
                <a:off x="1106322" y="2576701"/>
                <a:ext cx="178818" cy="178818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8" name="타원 157">
                <a:extLst>
                  <a:ext uri="{FF2B5EF4-FFF2-40B4-BE49-F238E27FC236}">
                    <a16:creationId xmlns:a16="http://schemas.microsoft.com/office/drawing/2014/main" id="{2FDEF483-0714-4886-AB99-86DAF6A6522E}"/>
                  </a:ext>
                </a:extLst>
              </p:cNvPr>
              <p:cNvSpPr/>
              <p:nvPr/>
            </p:nvSpPr>
            <p:spPr>
              <a:xfrm>
                <a:off x="1934941" y="2497223"/>
                <a:ext cx="217571" cy="217571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9" name="타원 158">
                <a:extLst>
                  <a:ext uri="{FF2B5EF4-FFF2-40B4-BE49-F238E27FC236}">
                    <a16:creationId xmlns:a16="http://schemas.microsoft.com/office/drawing/2014/main" id="{C8CC5BE6-D6E8-4ABA-85F5-E6099840564E}"/>
                  </a:ext>
                </a:extLst>
              </p:cNvPr>
              <p:cNvSpPr/>
              <p:nvPr/>
            </p:nvSpPr>
            <p:spPr>
              <a:xfrm>
                <a:off x="2275184" y="2388438"/>
                <a:ext cx="217571" cy="217571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0" name="타원 159">
                <a:extLst>
                  <a:ext uri="{FF2B5EF4-FFF2-40B4-BE49-F238E27FC236}">
                    <a16:creationId xmlns:a16="http://schemas.microsoft.com/office/drawing/2014/main" id="{3D96902F-81BB-4B3D-85F5-B13B3BED6F6B}"/>
                  </a:ext>
                </a:extLst>
              </p:cNvPr>
              <p:cNvSpPr/>
              <p:nvPr/>
            </p:nvSpPr>
            <p:spPr>
              <a:xfrm>
                <a:off x="2090205" y="3864740"/>
                <a:ext cx="217571" cy="217571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1" name="타원 160">
                <a:extLst>
                  <a:ext uri="{FF2B5EF4-FFF2-40B4-BE49-F238E27FC236}">
                    <a16:creationId xmlns:a16="http://schemas.microsoft.com/office/drawing/2014/main" id="{C1E479EF-2A58-4746-8DF5-B55C3BD6331B}"/>
                  </a:ext>
                </a:extLst>
              </p:cNvPr>
              <p:cNvSpPr/>
              <p:nvPr/>
            </p:nvSpPr>
            <p:spPr>
              <a:xfrm>
                <a:off x="2477895" y="3849241"/>
                <a:ext cx="217571" cy="217571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2" name="타원 161">
                <a:extLst>
                  <a:ext uri="{FF2B5EF4-FFF2-40B4-BE49-F238E27FC236}">
                    <a16:creationId xmlns:a16="http://schemas.microsoft.com/office/drawing/2014/main" id="{83DD4FAD-E068-477C-9427-98A79854BEB7}"/>
                  </a:ext>
                </a:extLst>
              </p:cNvPr>
              <p:cNvSpPr/>
              <p:nvPr/>
            </p:nvSpPr>
            <p:spPr>
              <a:xfrm>
                <a:off x="2019859" y="4970163"/>
                <a:ext cx="217571" cy="217571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3" name="타원 162">
                <a:extLst>
                  <a:ext uri="{FF2B5EF4-FFF2-40B4-BE49-F238E27FC236}">
                    <a16:creationId xmlns:a16="http://schemas.microsoft.com/office/drawing/2014/main" id="{E88E2680-4CB4-42E8-A24D-3861097EBC24}"/>
                  </a:ext>
                </a:extLst>
              </p:cNvPr>
              <p:cNvSpPr/>
              <p:nvPr/>
            </p:nvSpPr>
            <p:spPr>
              <a:xfrm>
                <a:off x="2569471" y="4952422"/>
                <a:ext cx="217571" cy="217571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165" name="그룹 164">
            <a:extLst>
              <a:ext uri="{FF2B5EF4-FFF2-40B4-BE49-F238E27FC236}">
                <a16:creationId xmlns:a16="http://schemas.microsoft.com/office/drawing/2014/main" id="{334E41E3-FC00-4C3B-B78C-F152ACF6870E}"/>
              </a:ext>
            </a:extLst>
          </p:cNvPr>
          <p:cNvGrpSpPr/>
          <p:nvPr/>
        </p:nvGrpSpPr>
        <p:grpSpPr>
          <a:xfrm rot="1332185">
            <a:off x="3193961" y="4168976"/>
            <a:ext cx="1805345" cy="889395"/>
            <a:chOff x="3508774" y="4847828"/>
            <a:chExt cx="1805345" cy="889395"/>
          </a:xfrm>
        </p:grpSpPr>
        <p:sp>
          <p:nvSpPr>
            <p:cNvPr id="166" name="사각형: 둥근 모서리 108">
              <a:extLst>
                <a:ext uri="{FF2B5EF4-FFF2-40B4-BE49-F238E27FC236}">
                  <a16:creationId xmlns:a16="http://schemas.microsoft.com/office/drawing/2014/main" id="{4947A3F0-29DA-46E0-BF04-670CD6E2662C}"/>
                </a:ext>
              </a:extLst>
            </p:cNvPr>
            <p:cNvSpPr/>
            <p:nvPr/>
          </p:nvSpPr>
          <p:spPr>
            <a:xfrm rot="17075790">
              <a:off x="4718156" y="5042671"/>
              <a:ext cx="260393" cy="931532"/>
            </a:xfrm>
            <a:custGeom>
              <a:avLst/>
              <a:gdLst>
                <a:gd name="connsiteX0" fmla="*/ 0 w 260393"/>
                <a:gd name="connsiteY0" fmla="*/ 43400 h 1678474"/>
                <a:gd name="connsiteX1" fmla="*/ 43400 w 260393"/>
                <a:gd name="connsiteY1" fmla="*/ 0 h 1678474"/>
                <a:gd name="connsiteX2" fmla="*/ 216993 w 260393"/>
                <a:gd name="connsiteY2" fmla="*/ 0 h 1678474"/>
                <a:gd name="connsiteX3" fmla="*/ 260393 w 260393"/>
                <a:gd name="connsiteY3" fmla="*/ 43400 h 1678474"/>
                <a:gd name="connsiteX4" fmla="*/ 260393 w 260393"/>
                <a:gd name="connsiteY4" fmla="*/ 1635074 h 1678474"/>
                <a:gd name="connsiteX5" fmla="*/ 216993 w 260393"/>
                <a:gd name="connsiteY5" fmla="*/ 1678474 h 1678474"/>
                <a:gd name="connsiteX6" fmla="*/ 43400 w 260393"/>
                <a:gd name="connsiteY6" fmla="*/ 1678474 h 1678474"/>
                <a:gd name="connsiteX7" fmla="*/ 0 w 260393"/>
                <a:gd name="connsiteY7" fmla="*/ 1635074 h 1678474"/>
                <a:gd name="connsiteX8" fmla="*/ 0 w 260393"/>
                <a:gd name="connsiteY8" fmla="*/ 43400 h 1678474"/>
                <a:gd name="connsiteX0" fmla="*/ 58089 w 260393"/>
                <a:gd name="connsiteY0" fmla="*/ 77486 h 1678474"/>
                <a:gd name="connsiteX1" fmla="*/ 43400 w 260393"/>
                <a:gd name="connsiteY1" fmla="*/ 0 h 1678474"/>
                <a:gd name="connsiteX2" fmla="*/ 216993 w 260393"/>
                <a:gd name="connsiteY2" fmla="*/ 0 h 1678474"/>
                <a:gd name="connsiteX3" fmla="*/ 260393 w 260393"/>
                <a:gd name="connsiteY3" fmla="*/ 43400 h 1678474"/>
                <a:gd name="connsiteX4" fmla="*/ 260393 w 260393"/>
                <a:gd name="connsiteY4" fmla="*/ 1635074 h 1678474"/>
                <a:gd name="connsiteX5" fmla="*/ 216993 w 260393"/>
                <a:gd name="connsiteY5" fmla="*/ 1678474 h 1678474"/>
                <a:gd name="connsiteX6" fmla="*/ 43400 w 260393"/>
                <a:gd name="connsiteY6" fmla="*/ 1678474 h 1678474"/>
                <a:gd name="connsiteX7" fmla="*/ 0 w 260393"/>
                <a:gd name="connsiteY7" fmla="*/ 1635074 h 1678474"/>
                <a:gd name="connsiteX8" fmla="*/ 58089 w 260393"/>
                <a:gd name="connsiteY8" fmla="*/ 77486 h 1678474"/>
                <a:gd name="connsiteX0" fmla="*/ 58089 w 260393"/>
                <a:gd name="connsiteY0" fmla="*/ 77486 h 1678474"/>
                <a:gd name="connsiteX1" fmla="*/ 43400 w 260393"/>
                <a:gd name="connsiteY1" fmla="*/ 0 h 1678474"/>
                <a:gd name="connsiteX2" fmla="*/ 190876 w 260393"/>
                <a:gd name="connsiteY2" fmla="*/ 164284 h 1678474"/>
                <a:gd name="connsiteX3" fmla="*/ 260393 w 260393"/>
                <a:gd name="connsiteY3" fmla="*/ 43400 h 1678474"/>
                <a:gd name="connsiteX4" fmla="*/ 260393 w 260393"/>
                <a:gd name="connsiteY4" fmla="*/ 1635074 h 1678474"/>
                <a:gd name="connsiteX5" fmla="*/ 216993 w 260393"/>
                <a:gd name="connsiteY5" fmla="*/ 1678474 h 1678474"/>
                <a:gd name="connsiteX6" fmla="*/ 43400 w 260393"/>
                <a:gd name="connsiteY6" fmla="*/ 1678474 h 1678474"/>
                <a:gd name="connsiteX7" fmla="*/ 0 w 260393"/>
                <a:gd name="connsiteY7" fmla="*/ 1635074 h 1678474"/>
                <a:gd name="connsiteX8" fmla="*/ 58089 w 260393"/>
                <a:gd name="connsiteY8" fmla="*/ 77486 h 1678474"/>
                <a:gd name="connsiteX0" fmla="*/ 58089 w 260393"/>
                <a:gd name="connsiteY0" fmla="*/ 77486 h 1678474"/>
                <a:gd name="connsiteX1" fmla="*/ 43400 w 260393"/>
                <a:gd name="connsiteY1" fmla="*/ 0 h 1678474"/>
                <a:gd name="connsiteX2" fmla="*/ 190876 w 260393"/>
                <a:gd name="connsiteY2" fmla="*/ 164284 h 1678474"/>
                <a:gd name="connsiteX3" fmla="*/ 212193 w 260393"/>
                <a:gd name="connsiteY3" fmla="*/ 311862 h 1678474"/>
                <a:gd name="connsiteX4" fmla="*/ 260393 w 260393"/>
                <a:gd name="connsiteY4" fmla="*/ 1635074 h 1678474"/>
                <a:gd name="connsiteX5" fmla="*/ 216993 w 260393"/>
                <a:gd name="connsiteY5" fmla="*/ 1678474 h 1678474"/>
                <a:gd name="connsiteX6" fmla="*/ 43400 w 260393"/>
                <a:gd name="connsiteY6" fmla="*/ 1678474 h 1678474"/>
                <a:gd name="connsiteX7" fmla="*/ 0 w 260393"/>
                <a:gd name="connsiteY7" fmla="*/ 1635074 h 1678474"/>
                <a:gd name="connsiteX8" fmla="*/ 58089 w 260393"/>
                <a:gd name="connsiteY8" fmla="*/ 77486 h 1678474"/>
                <a:gd name="connsiteX0" fmla="*/ 107345 w 260393"/>
                <a:gd name="connsiteY0" fmla="*/ 153241 h 1678474"/>
                <a:gd name="connsiteX1" fmla="*/ 43400 w 260393"/>
                <a:gd name="connsiteY1" fmla="*/ 0 h 1678474"/>
                <a:gd name="connsiteX2" fmla="*/ 190876 w 260393"/>
                <a:gd name="connsiteY2" fmla="*/ 164284 h 1678474"/>
                <a:gd name="connsiteX3" fmla="*/ 212193 w 260393"/>
                <a:gd name="connsiteY3" fmla="*/ 311862 h 1678474"/>
                <a:gd name="connsiteX4" fmla="*/ 260393 w 260393"/>
                <a:gd name="connsiteY4" fmla="*/ 1635074 h 1678474"/>
                <a:gd name="connsiteX5" fmla="*/ 216993 w 260393"/>
                <a:gd name="connsiteY5" fmla="*/ 1678474 h 1678474"/>
                <a:gd name="connsiteX6" fmla="*/ 43400 w 260393"/>
                <a:gd name="connsiteY6" fmla="*/ 1678474 h 1678474"/>
                <a:gd name="connsiteX7" fmla="*/ 0 w 260393"/>
                <a:gd name="connsiteY7" fmla="*/ 1635074 h 1678474"/>
                <a:gd name="connsiteX8" fmla="*/ 107345 w 260393"/>
                <a:gd name="connsiteY8" fmla="*/ 153241 h 1678474"/>
                <a:gd name="connsiteX0" fmla="*/ 91214 w 260393"/>
                <a:gd name="connsiteY0" fmla="*/ 393667 h 1678474"/>
                <a:gd name="connsiteX1" fmla="*/ 43400 w 260393"/>
                <a:gd name="connsiteY1" fmla="*/ 0 h 1678474"/>
                <a:gd name="connsiteX2" fmla="*/ 190876 w 260393"/>
                <a:gd name="connsiteY2" fmla="*/ 164284 h 1678474"/>
                <a:gd name="connsiteX3" fmla="*/ 212193 w 260393"/>
                <a:gd name="connsiteY3" fmla="*/ 311862 h 1678474"/>
                <a:gd name="connsiteX4" fmla="*/ 260393 w 260393"/>
                <a:gd name="connsiteY4" fmla="*/ 1635074 h 1678474"/>
                <a:gd name="connsiteX5" fmla="*/ 216993 w 260393"/>
                <a:gd name="connsiteY5" fmla="*/ 1678474 h 1678474"/>
                <a:gd name="connsiteX6" fmla="*/ 43400 w 260393"/>
                <a:gd name="connsiteY6" fmla="*/ 1678474 h 1678474"/>
                <a:gd name="connsiteX7" fmla="*/ 0 w 260393"/>
                <a:gd name="connsiteY7" fmla="*/ 1635074 h 1678474"/>
                <a:gd name="connsiteX8" fmla="*/ 91214 w 260393"/>
                <a:gd name="connsiteY8" fmla="*/ 393667 h 1678474"/>
                <a:gd name="connsiteX0" fmla="*/ 91214 w 260393"/>
                <a:gd name="connsiteY0" fmla="*/ 250987 h 1535794"/>
                <a:gd name="connsiteX1" fmla="*/ 100241 w 260393"/>
                <a:gd name="connsiteY1" fmla="*/ 0 h 1535794"/>
                <a:gd name="connsiteX2" fmla="*/ 190876 w 260393"/>
                <a:gd name="connsiteY2" fmla="*/ 21604 h 1535794"/>
                <a:gd name="connsiteX3" fmla="*/ 212193 w 260393"/>
                <a:gd name="connsiteY3" fmla="*/ 169182 h 1535794"/>
                <a:gd name="connsiteX4" fmla="*/ 260393 w 260393"/>
                <a:gd name="connsiteY4" fmla="*/ 1492394 h 1535794"/>
                <a:gd name="connsiteX5" fmla="*/ 216993 w 260393"/>
                <a:gd name="connsiteY5" fmla="*/ 1535794 h 1535794"/>
                <a:gd name="connsiteX6" fmla="*/ 43400 w 260393"/>
                <a:gd name="connsiteY6" fmla="*/ 1535794 h 1535794"/>
                <a:gd name="connsiteX7" fmla="*/ 0 w 260393"/>
                <a:gd name="connsiteY7" fmla="*/ 1492394 h 1535794"/>
                <a:gd name="connsiteX8" fmla="*/ 91214 w 260393"/>
                <a:gd name="connsiteY8" fmla="*/ 250987 h 1535794"/>
                <a:gd name="connsiteX0" fmla="*/ 32356 w 260393"/>
                <a:gd name="connsiteY0" fmla="*/ 138359 h 1535794"/>
                <a:gd name="connsiteX1" fmla="*/ 100241 w 260393"/>
                <a:gd name="connsiteY1" fmla="*/ 0 h 1535794"/>
                <a:gd name="connsiteX2" fmla="*/ 190876 w 260393"/>
                <a:gd name="connsiteY2" fmla="*/ 21604 h 1535794"/>
                <a:gd name="connsiteX3" fmla="*/ 212193 w 260393"/>
                <a:gd name="connsiteY3" fmla="*/ 169182 h 1535794"/>
                <a:gd name="connsiteX4" fmla="*/ 260393 w 260393"/>
                <a:gd name="connsiteY4" fmla="*/ 1492394 h 1535794"/>
                <a:gd name="connsiteX5" fmla="*/ 216993 w 260393"/>
                <a:gd name="connsiteY5" fmla="*/ 1535794 h 1535794"/>
                <a:gd name="connsiteX6" fmla="*/ 43400 w 260393"/>
                <a:gd name="connsiteY6" fmla="*/ 1535794 h 1535794"/>
                <a:gd name="connsiteX7" fmla="*/ 0 w 260393"/>
                <a:gd name="connsiteY7" fmla="*/ 1492394 h 1535794"/>
                <a:gd name="connsiteX8" fmla="*/ 32356 w 260393"/>
                <a:gd name="connsiteY8" fmla="*/ 138359 h 1535794"/>
                <a:gd name="connsiteX0" fmla="*/ 32356 w 260393"/>
                <a:gd name="connsiteY0" fmla="*/ 230918 h 1628353"/>
                <a:gd name="connsiteX1" fmla="*/ 115507 w 260393"/>
                <a:gd name="connsiteY1" fmla="*/ 0 h 1628353"/>
                <a:gd name="connsiteX2" fmla="*/ 190876 w 260393"/>
                <a:gd name="connsiteY2" fmla="*/ 114163 h 1628353"/>
                <a:gd name="connsiteX3" fmla="*/ 212193 w 260393"/>
                <a:gd name="connsiteY3" fmla="*/ 261741 h 1628353"/>
                <a:gd name="connsiteX4" fmla="*/ 260393 w 260393"/>
                <a:gd name="connsiteY4" fmla="*/ 1584953 h 1628353"/>
                <a:gd name="connsiteX5" fmla="*/ 216993 w 260393"/>
                <a:gd name="connsiteY5" fmla="*/ 1628353 h 1628353"/>
                <a:gd name="connsiteX6" fmla="*/ 43400 w 260393"/>
                <a:gd name="connsiteY6" fmla="*/ 1628353 h 1628353"/>
                <a:gd name="connsiteX7" fmla="*/ 0 w 260393"/>
                <a:gd name="connsiteY7" fmla="*/ 1584953 h 1628353"/>
                <a:gd name="connsiteX8" fmla="*/ 32356 w 260393"/>
                <a:gd name="connsiteY8" fmla="*/ 230918 h 1628353"/>
                <a:gd name="connsiteX0" fmla="*/ 32356 w 262461"/>
                <a:gd name="connsiteY0" fmla="*/ 230918 h 1628353"/>
                <a:gd name="connsiteX1" fmla="*/ 115507 w 262461"/>
                <a:gd name="connsiteY1" fmla="*/ 0 h 1628353"/>
                <a:gd name="connsiteX2" fmla="*/ 257415 w 262461"/>
                <a:gd name="connsiteY2" fmla="*/ 67307 h 1628353"/>
                <a:gd name="connsiteX3" fmla="*/ 212193 w 262461"/>
                <a:gd name="connsiteY3" fmla="*/ 261741 h 1628353"/>
                <a:gd name="connsiteX4" fmla="*/ 260393 w 262461"/>
                <a:gd name="connsiteY4" fmla="*/ 1584953 h 1628353"/>
                <a:gd name="connsiteX5" fmla="*/ 216993 w 262461"/>
                <a:gd name="connsiteY5" fmla="*/ 1628353 h 1628353"/>
                <a:gd name="connsiteX6" fmla="*/ 43400 w 262461"/>
                <a:gd name="connsiteY6" fmla="*/ 1628353 h 1628353"/>
                <a:gd name="connsiteX7" fmla="*/ 0 w 262461"/>
                <a:gd name="connsiteY7" fmla="*/ 1584953 h 1628353"/>
                <a:gd name="connsiteX8" fmla="*/ 32356 w 262461"/>
                <a:gd name="connsiteY8" fmla="*/ 230918 h 1628353"/>
                <a:gd name="connsiteX0" fmla="*/ 22370 w 262461"/>
                <a:gd name="connsiteY0" fmla="*/ 154777 h 1628353"/>
                <a:gd name="connsiteX1" fmla="*/ 115507 w 262461"/>
                <a:gd name="connsiteY1" fmla="*/ 0 h 1628353"/>
                <a:gd name="connsiteX2" fmla="*/ 257415 w 262461"/>
                <a:gd name="connsiteY2" fmla="*/ 67307 h 1628353"/>
                <a:gd name="connsiteX3" fmla="*/ 212193 w 262461"/>
                <a:gd name="connsiteY3" fmla="*/ 261741 h 1628353"/>
                <a:gd name="connsiteX4" fmla="*/ 260393 w 262461"/>
                <a:gd name="connsiteY4" fmla="*/ 1584953 h 1628353"/>
                <a:gd name="connsiteX5" fmla="*/ 216993 w 262461"/>
                <a:gd name="connsiteY5" fmla="*/ 1628353 h 1628353"/>
                <a:gd name="connsiteX6" fmla="*/ 43400 w 262461"/>
                <a:gd name="connsiteY6" fmla="*/ 1628353 h 1628353"/>
                <a:gd name="connsiteX7" fmla="*/ 0 w 262461"/>
                <a:gd name="connsiteY7" fmla="*/ 1584953 h 1628353"/>
                <a:gd name="connsiteX8" fmla="*/ 22370 w 262461"/>
                <a:gd name="connsiteY8" fmla="*/ 154777 h 1628353"/>
                <a:gd name="connsiteX0" fmla="*/ 22370 w 262461"/>
                <a:gd name="connsiteY0" fmla="*/ 88044 h 1561620"/>
                <a:gd name="connsiteX1" fmla="*/ 88910 w 262461"/>
                <a:gd name="connsiteY1" fmla="*/ 599652 h 1561620"/>
                <a:gd name="connsiteX2" fmla="*/ 257415 w 262461"/>
                <a:gd name="connsiteY2" fmla="*/ 574 h 1561620"/>
                <a:gd name="connsiteX3" fmla="*/ 212193 w 262461"/>
                <a:gd name="connsiteY3" fmla="*/ 195008 h 1561620"/>
                <a:gd name="connsiteX4" fmla="*/ 260393 w 262461"/>
                <a:gd name="connsiteY4" fmla="*/ 1518220 h 1561620"/>
                <a:gd name="connsiteX5" fmla="*/ 216993 w 262461"/>
                <a:gd name="connsiteY5" fmla="*/ 1561620 h 1561620"/>
                <a:gd name="connsiteX6" fmla="*/ 43400 w 262461"/>
                <a:gd name="connsiteY6" fmla="*/ 1561620 h 1561620"/>
                <a:gd name="connsiteX7" fmla="*/ 0 w 262461"/>
                <a:gd name="connsiteY7" fmla="*/ 1518220 h 1561620"/>
                <a:gd name="connsiteX8" fmla="*/ 22370 w 262461"/>
                <a:gd name="connsiteY8" fmla="*/ 88044 h 1561620"/>
                <a:gd name="connsiteX0" fmla="*/ 22370 w 264964"/>
                <a:gd name="connsiteY0" fmla="*/ 88044 h 1561620"/>
                <a:gd name="connsiteX1" fmla="*/ 88910 w 264964"/>
                <a:gd name="connsiteY1" fmla="*/ 599652 h 1561620"/>
                <a:gd name="connsiteX2" fmla="*/ 257415 w 264964"/>
                <a:gd name="connsiteY2" fmla="*/ 574 h 1561620"/>
                <a:gd name="connsiteX3" fmla="*/ 240613 w 264964"/>
                <a:gd name="connsiteY3" fmla="*/ 896279 h 1561620"/>
                <a:gd name="connsiteX4" fmla="*/ 260393 w 264964"/>
                <a:gd name="connsiteY4" fmla="*/ 1518220 h 1561620"/>
                <a:gd name="connsiteX5" fmla="*/ 216993 w 264964"/>
                <a:gd name="connsiteY5" fmla="*/ 1561620 h 1561620"/>
                <a:gd name="connsiteX6" fmla="*/ 43400 w 264964"/>
                <a:gd name="connsiteY6" fmla="*/ 1561620 h 1561620"/>
                <a:gd name="connsiteX7" fmla="*/ 0 w 264964"/>
                <a:gd name="connsiteY7" fmla="*/ 1518220 h 1561620"/>
                <a:gd name="connsiteX8" fmla="*/ 22370 w 264964"/>
                <a:gd name="connsiteY8" fmla="*/ 88044 h 1561620"/>
                <a:gd name="connsiteX0" fmla="*/ 22370 w 260393"/>
                <a:gd name="connsiteY0" fmla="*/ 782 h 1474358"/>
                <a:gd name="connsiteX1" fmla="*/ 88910 w 260393"/>
                <a:gd name="connsiteY1" fmla="*/ 512390 h 1474358"/>
                <a:gd name="connsiteX2" fmla="*/ 213311 w 260393"/>
                <a:gd name="connsiteY2" fmla="*/ 600662 h 1474358"/>
                <a:gd name="connsiteX3" fmla="*/ 240613 w 260393"/>
                <a:gd name="connsiteY3" fmla="*/ 809017 h 1474358"/>
                <a:gd name="connsiteX4" fmla="*/ 260393 w 260393"/>
                <a:gd name="connsiteY4" fmla="*/ 1430958 h 1474358"/>
                <a:gd name="connsiteX5" fmla="*/ 216993 w 260393"/>
                <a:gd name="connsiteY5" fmla="*/ 1474358 h 1474358"/>
                <a:gd name="connsiteX6" fmla="*/ 43400 w 260393"/>
                <a:gd name="connsiteY6" fmla="*/ 1474358 h 1474358"/>
                <a:gd name="connsiteX7" fmla="*/ 0 w 260393"/>
                <a:gd name="connsiteY7" fmla="*/ 1430958 h 1474358"/>
                <a:gd name="connsiteX8" fmla="*/ 22370 w 260393"/>
                <a:gd name="connsiteY8" fmla="*/ 782 h 1474358"/>
                <a:gd name="connsiteX0" fmla="*/ 14752 w 260393"/>
                <a:gd name="connsiteY0" fmla="*/ 126869 h 961968"/>
                <a:gd name="connsiteX1" fmla="*/ 88910 w 260393"/>
                <a:gd name="connsiteY1" fmla="*/ 0 h 961968"/>
                <a:gd name="connsiteX2" fmla="*/ 213311 w 260393"/>
                <a:gd name="connsiteY2" fmla="*/ 88272 h 961968"/>
                <a:gd name="connsiteX3" fmla="*/ 240613 w 260393"/>
                <a:gd name="connsiteY3" fmla="*/ 296627 h 961968"/>
                <a:gd name="connsiteX4" fmla="*/ 260393 w 260393"/>
                <a:gd name="connsiteY4" fmla="*/ 918568 h 961968"/>
                <a:gd name="connsiteX5" fmla="*/ 216993 w 260393"/>
                <a:gd name="connsiteY5" fmla="*/ 961968 h 961968"/>
                <a:gd name="connsiteX6" fmla="*/ 43400 w 260393"/>
                <a:gd name="connsiteY6" fmla="*/ 961968 h 961968"/>
                <a:gd name="connsiteX7" fmla="*/ 0 w 260393"/>
                <a:gd name="connsiteY7" fmla="*/ 918568 h 961968"/>
                <a:gd name="connsiteX8" fmla="*/ 14752 w 260393"/>
                <a:gd name="connsiteY8" fmla="*/ 126869 h 961968"/>
                <a:gd name="connsiteX0" fmla="*/ 14752 w 260393"/>
                <a:gd name="connsiteY0" fmla="*/ 80653 h 915752"/>
                <a:gd name="connsiteX1" fmla="*/ 87822 w 260393"/>
                <a:gd name="connsiteY1" fmla="*/ 0 h 915752"/>
                <a:gd name="connsiteX2" fmla="*/ 213311 w 260393"/>
                <a:gd name="connsiteY2" fmla="*/ 42056 h 915752"/>
                <a:gd name="connsiteX3" fmla="*/ 240613 w 260393"/>
                <a:gd name="connsiteY3" fmla="*/ 250411 h 915752"/>
                <a:gd name="connsiteX4" fmla="*/ 260393 w 260393"/>
                <a:gd name="connsiteY4" fmla="*/ 872352 h 915752"/>
                <a:gd name="connsiteX5" fmla="*/ 216993 w 260393"/>
                <a:gd name="connsiteY5" fmla="*/ 915752 h 915752"/>
                <a:gd name="connsiteX6" fmla="*/ 43400 w 260393"/>
                <a:gd name="connsiteY6" fmla="*/ 915752 h 915752"/>
                <a:gd name="connsiteX7" fmla="*/ 0 w 260393"/>
                <a:gd name="connsiteY7" fmla="*/ 872352 h 915752"/>
                <a:gd name="connsiteX8" fmla="*/ 14752 w 260393"/>
                <a:gd name="connsiteY8" fmla="*/ 80653 h 915752"/>
                <a:gd name="connsiteX0" fmla="*/ 0 w 272109"/>
                <a:gd name="connsiteY0" fmla="*/ 130198 h 915752"/>
                <a:gd name="connsiteX1" fmla="*/ 99538 w 272109"/>
                <a:gd name="connsiteY1" fmla="*/ 0 h 915752"/>
                <a:gd name="connsiteX2" fmla="*/ 225027 w 272109"/>
                <a:gd name="connsiteY2" fmla="*/ 42056 h 915752"/>
                <a:gd name="connsiteX3" fmla="*/ 252329 w 272109"/>
                <a:gd name="connsiteY3" fmla="*/ 250411 h 915752"/>
                <a:gd name="connsiteX4" fmla="*/ 272109 w 272109"/>
                <a:gd name="connsiteY4" fmla="*/ 872352 h 915752"/>
                <a:gd name="connsiteX5" fmla="*/ 228709 w 272109"/>
                <a:gd name="connsiteY5" fmla="*/ 915752 h 915752"/>
                <a:gd name="connsiteX6" fmla="*/ 55116 w 272109"/>
                <a:gd name="connsiteY6" fmla="*/ 915752 h 915752"/>
                <a:gd name="connsiteX7" fmla="*/ 11716 w 272109"/>
                <a:gd name="connsiteY7" fmla="*/ 872352 h 915752"/>
                <a:gd name="connsiteX8" fmla="*/ 0 w 272109"/>
                <a:gd name="connsiteY8" fmla="*/ 130198 h 915752"/>
                <a:gd name="connsiteX0" fmla="*/ 0 w 272109"/>
                <a:gd name="connsiteY0" fmla="*/ 94285 h 879839"/>
                <a:gd name="connsiteX1" fmla="*/ 52234 w 272109"/>
                <a:gd name="connsiteY1" fmla="*/ 9214 h 879839"/>
                <a:gd name="connsiteX2" fmla="*/ 225027 w 272109"/>
                <a:gd name="connsiteY2" fmla="*/ 6143 h 879839"/>
                <a:gd name="connsiteX3" fmla="*/ 252329 w 272109"/>
                <a:gd name="connsiteY3" fmla="*/ 214498 h 879839"/>
                <a:gd name="connsiteX4" fmla="*/ 272109 w 272109"/>
                <a:gd name="connsiteY4" fmla="*/ 836439 h 879839"/>
                <a:gd name="connsiteX5" fmla="*/ 228709 w 272109"/>
                <a:gd name="connsiteY5" fmla="*/ 879839 h 879839"/>
                <a:gd name="connsiteX6" fmla="*/ 55116 w 272109"/>
                <a:gd name="connsiteY6" fmla="*/ 879839 h 879839"/>
                <a:gd name="connsiteX7" fmla="*/ 11716 w 272109"/>
                <a:gd name="connsiteY7" fmla="*/ 836439 h 879839"/>
                <a:gd name="connsiteX8" fmla="*/ 0 w 272109"/>
                <a:gd name="connsiteY8" fmla="*/ 94285 h 879839"/>
                <a:gd name="connsiteX0" fmla="*/ 0 w 272109"/>
                <a:gd name="connsiteY0" fmla="*/ 85071 h 870625"/>
                <a:gd name="connsiteX1" fmla="*/ 52234 w 272109"/>
                <a:gd name="connsiteY1" fmla="*/ 0 h 870625"/>
                <a:gd name="connsiteX2" fmla="*/ 172794 w 272109"/>
                <a:gd name="connsiteY2" fmla="*/ 10532 h 870625"/>
                <a:gd name="connsiteX3" fmla="*/ 252329 w 272109"/>
                <a:gd name="connsiteY3" fmla="*/ 205284 h 870625"/>
                <a:gd name="connsiteX4" fmla="*/ 272109 w 272109"/>
                <a:gd name="connsiteY4" fmla="*/ 827225 h 870625"/>
                <a:gd name="connsiteX5" fmla="*/ 228709 w 272109"/>
                <a:gd name="connsiteY5" fmla="*/ 870625 h 870625"/>
                <a:gd name="connsiteX6" fmla="*/ 55116 w 272109"/>
                <a:gd name="connsiteY6" fmla="*/ 870625 h 870625"/>
                <a:gd name="connsiteX7" fmla="*/ 11716 w 272109"/>
                <a:gd name="connsiteY7" fmla="*/ 827225 h 870625"/>
                <a:gd name="connsiteX8" fmla="*/ 0 w 272109"/>
                <a:gd name="connsiteY8" fmla="*/ 85071 h 870625"/>
                <a:gd name="connsiteX0" fmla="*/ 0 w 272109"/>
                <a:gd name="connsiteY0" fmla="*/ 145978 h 931532"/>
                <a:gd name="connsiteX1" fmla="*/ 59339 w 272109"/>
                <a:gd name="connsiteY1" fmla="*/ 0 h 931532"/>
                <a:gd name="connsiteX2" fmla="*/ 172794 w 272109"/>
                <a:gd name="connsiteY2" fmla="*/ 71439 h 931532"/>
                <a:gd name="connsiteX3" fmla="*/ 252329 w 272109"/>
                <a:gd name="connsiteY3" fmla="*/ 266191 h 931532"/>
                <a:gd name="connsiteX4" fmla="*/ 272109 w 272109"/>
                <a:gd name="connsiteY4" fmla="*/ 888132 h 931532"/>
                <a:gd name="connsiteX5" fmla="*/ 228709 w 272109"/>
                <a:gd name="connsiteY5" fmla="*/ 931532 h 931532"/>
                <a:gd name="connsiteX6" fmla="*/ 55116 w 272109"/>
                <a:gd name="connsiteY6" fmla="*/ 931532 h 931532"/>
                <a:gd name="connsiteX7" fmla="*/ 11716 w 272109"/>
                <a:gd name="connsiteY7" fmla="*/ 888132 h 931532"/>
                <a:gd name="connsiteX8" fmla="*/ 0 w 272109"/>
                <a:gd name="connsiteY8" fmla="*/ 145978 h 931532"/>
                <a:gd name="connsiteX0" fmla="*/ 0 w 272109"/>
                <a:gd name="connsiteY0" fmla="*/ 145978 h 931532"/>
                <a:gd name="connsiteX1" fmla="*/ 59339 w 272109"/>
                <a:gd name="connsiteY1" fmla="*/ 0 h 931532"/>
                <a:gd name="connsiteX2" fmla="*/ 195390 w 272109"/>
                <a:gd name="connsiteY2" fmla="*/ 19622 h 931532"/>
                <a:gd name="connsiteX3" fmla="*/ 252329 w 272109"/>
                <a:gd name="connsiteY3" fmla="*/ 266191 h 931532"/>
                <a:gd name="connsiteX4" fmla="*/ 272109 w 272109"/>
                <a:gd name="connsiteY4" fmla="*/ 888132 h 931532"/>
                <a:gd name="connsiteX5" fmla="*/ 228709 w 272109"/>
                <a:gd name="connsiteY5" fmla="*/ 931532 h 931532"/>
                <a:gd name="connsiteX6" fmla="*/ 55116 w 272109"/>
                <a:gd name="connsiteY6" fmla="*/ 931532 h 931532"/>
                <a:gd name="connsiteX7" fmla="*/ 11716 w 272109"/>
                <a:gd name="connsiteY7" fmla="*/ 888132 h 931532"/>
                <a:gd name="connsiteX8" fmla="*/ 0 w 272109"/>
                <a:gd name="connsiteY8" fmla="*/ 145978 h 931532"/>
                <a:gd name="connsiteX0" fmla="*/ 0 w 272109"/>
                <a:gd name="connsiteY0" fmla="*/ 145978 h 931532"/>
                <a:gd name="connsiteX1" fmla="*/ 59339 w 272109"/>
                <a:gd name="connsiteY1" fmla="*/ 0 h 931532"/>
                <a:gd name="connsiteX2" fmla="*/ 195390 w 272109"/>
                <a:gd name="connsiteY2" fmla="*/ 19622 h 931532"/>
                <a:gd name="connsiteX3" fmla="*/ 227973 w 272109"/>
                <a:gd name="connsiteY3" fmla="*/ 59278 h 931532"/>
                <a:gd name="connsiteX4" fmla="*/ 272109 w 272109"/>
                <a:gd name="connsiteY4" fmla="*/ 888132 h 931532"/>
                <a:gd name="connsiteX5" fmla="*/ 228709 w 272109"/>
                <a:gd name="connsiteY5" fmla="*/ 931532 h 931532"/>
                <a:gd name="connsiteX6" fmla="*/ 55116 w 272109"/>
                <a:gd name="connsiteY6" fmla="*/ 931532 h 931532"/>
                <a:gd name="connsiteX7" fmla="*/ 11716 w 272109"/>
                <a:gd name="connsiteY7" fmla="*/ 888132 h 931532"/>
                <a:gd name="connsiteX8" fmla="*/ 0 w 272109"/>
                <a:gd name="connsiteY8" fmla="*/ 145978 h 931532"/>
                <a:gd name="connsiteX0" fmla="*/ 5023 w 260393"/>
                <a:gd name="connsiteY0" fmla="*/ 46473 h 931532"/>
                <a:gd name="connsiteX1" fmla="*/ 47623 w 260393"/>
                <a:gd name="connsiteY1" fmla="*/ 0 h 931532"/>
                <a:gd name="connsiteX2" fmla="*/ 183674 w 260393"/>
                <a:gd name="connsiteY2" fmla="*/ 19622 h 931532"/>
                <a:gd name="connsiteX3" fmla="*/ 216257 w 260393"/>
                <a:gd name="connsiteY3" fmla="*/ 59278 h 931532"/>
                <a:gd name="connsiteX4" fmla="*/ 260393 w 260393"/>
                <a:gd name="connsiteY4" fmla="*/ 888132 h 931532"/>
                <a:gd name="connsiteX5" fmla="*/ 216993 w 260393"/>
                <a:gd name="connsiteY5" fmla="*/ 931532 h 931532"/>
                <a:gd name="connsiteX6" fmla="*/ 43400 w 260393"/>
                <a:gd name="connsiteY6" fmla="*/ 931532 h 931532"/>
                <a:gd name="connsiteX7" fmla="*/ 0 w 260393"/>
                <a:gd name="connsiteY7" fmla="*/ 888132 h 931532"/>
                <a:gd name="connsiteX8" fmla="*/ 5023 w 260393"/>
                <a:gd name="connsiteY8" fmla="*/ 46473 h 931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0393" h="931532">
                  <a:moveTo>
                    <a:pt x="5023" y="46473"/>
                  </a:moveTo>
                  <a:cubicBezTo>
                    <a:pt x="5023" y="22504"/>
                    <a:pt x="23654" y="0"/>
                    <a:pt x="47623" y="0"/>
                  </a:cubicBezTo>
                  <a:cubicBezTo>
                    <a:pt x="94926" y="22436"/>
                    <a:pt x="136371" y="-2814"/>
                    <a:pt x="183674" y="19622"/>
                  </a:cubicBezTo>
                  <a:cubicBezTo>
                    <a:pt x="207643" y="19622"/>
                    <a:pt x="216257" y="35309"/>
                    <a:pt x="216257" y="59278"/>
                  </a:cubicBezTo>
                  <a:lnTo>
                    <a:pt x="260393" y="888132"/>
                  </a:lnTo>
                  <a:cubicBezTo>
                    <a:pt x="260393" y="912101"/>
                    <a:pt x="240962" y="931532"/>
                    <a:pt x="216993" y="931532"/>
                  </a:cubicBezTo>
                  <a:lnTo>
                    <a:pt x="43400" y="931532"/>
                  </a:lnTo>
                  <a:cubicBezTo>
                    <a:pt x="19431" y="931532"/>
                    <a:pt x="0" y="912101"/>
                    <a:pt x="0" y="888132"/>
                  </a:cubicBezTo>
                  <a:cubicBezTo>
                    <a:pt x="0" y="357574"/>
                    <a:pt x="5023" y="577031"/>
                    <a:pt x="5023" y="46473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67" name="그룹 166">
              <a:extLst>
                <a:ext uri="{FF2B5EF4-FFF2-40B4-BE49-F238E27FC236}">
                  <a16:creationId xmlns:a16="http://schemas.microsoft.com/office/drawing/2014/main" id="{93CB1C0D-C3A1-4E76-B68E-9DF3201BC8D3}"/>
                </a:ext>
              </a:extLst>
            </p:cNvPr>
            <p:cNvGrpSpPr/>
            <p:nvPr/>
          </p:nvGrpSpPr>
          <p:grpSpPr>
            <a:xfrm rot="768522">
              <a:off x="3721400" y="5313284"/>
              <a:ext cx="1532819" cy="237512"/>
              <a:chOff x="9626170" y="4237307"/>
              <a:chExt cx="1532819" cy="237512"/>
            </a:xfrm>
          </p:grpSpPr>
          <p:cxnSp>
            <p:nvCxnSpPr>
              <p:cNvPr id="169" name="직선 연결선 168">
                <a:extLst>
                  <a:ext uri="{FF2B5EF4-FFF2-40B4-BE49-F238E27FC236}">
                    <a16:creationId xmlns:a16="http://schemas.microsoft.com/office/drawing/2014/main" id="{DEDF1D32-EFAB-4671-8E73-E3E9AA220EE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807264" y="4370297"/>
                <a:ext cx="579554" cy="0"/>
              </a:xfrm>
              <a:prstGeom prst="line">
                <a:avLst/>
              </a:prstGeom>
              <a:ln w="762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직선 연결선 169">
                <a:extLst>
                  <a:ext uri="{FF2B5EF4-FFF2-40B4-BE49-F238E27FC236}">
                    <a16:creationId xmlns:a16="http://schemas.microsoft.com/office/drawing/2014/main" id="{00DE5A65-D896-4AFD-91C7-EEBC2FD8375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579435" y="4370297"/>
                <a:ext cx="579554" cy="0"/>
              </a:xfrm>
              <a:prstGeom prst="line">
                <a:avLst/>
              </a:prstGeom>
              <a:ln w="762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1" name="타원 170">
                <a:extLst>
                  <a:ext uri="{FF2B5EF4-FFF2-40B4-BE49-F238E27FC236}">
                    <a16:creationId xmlns:a16="http://schemas.microsoft.com/office/drawing/2014/main" id="{C26E72AA-3E4D-4716-9DB7-137AEA02DA1A}"/>
                  </a:ext>
                </a:extLst>
              </p:cNvPr>
              <p:cNvSpPr/>
              <p:nvPr/>
            </p:nvSpPr>
            <p:spPr>
              <a:xfrm>
                <a:off x="10361864" y="4257248"/>
                <a:ext cx="217571" cy="217571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2" name="타원 171">
                <a:extLst>
                  <a:ext uri="{FF2B5EF4-FFF2-40B4-BE49-F238E27FC236}">
                    <a16:creationId xmlns:a16="http://schemas.microsoft.com/office/drawing/2014/main" id="{FBA0B59E-C276-44CA-8ED1-7514080A9129}"/>
                  </a:ext>
                </a:extLst>
              </p:cNvPr>
              <p:cNvSpPr/>
              <p:nvPr/>
            </p:nvSpPr>
            <p:spPr>
              <a:xfrm>
                <a:off x="9626170" y="4237307"/>
                <a:ext cx="217571" cy="217571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68" name="타원 167">
              <a:extLst>
                <a:ext uri="{FF2B5EF4-FFF2-40B4-BE49-F238E27FC236}">
                  <a16:creationId xmlns:a16="http://schemas.microsoft.com/office/drawing/2014/main" id="{4125DC2F-ACE9-46A8-B0B6-127021C47889}"/>
                </a:ext>
              </a:extLst>
            </p:cNvPr>
            <p:cNvSpPr/>
            <p:nvPr/>
          </p:nvSpPr>
          <p:spPr>
            <a:xfrm>
              <a:off x="3508774" y="4847828"/>
              <a:ext cx="889395" cy="889395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DBD84F4D-ED83-41AD-99ED-E53E75A2F170}"/>
              </a:ext>
            </a:extLst>
          </p:cNvPr>
          <p:cNvSpPr txBox="1"/>
          <p:nvPr/>
        </p:nvSpPr>
        <p:spPr>
          <a:xfrm>
            <a:off x="9795542" y="4900860"/>
            <a:ext cx="1251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ragdoll</a:t>
            </a:r>
            <a:endParaRPr lang="en-US" altLang="ko-KR" sz="1800" dirty="0">
              <a:latin typeface="+mn-lt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ABCF5C1-22E3-498C-A2E4-09CCBB7FE4F6}"/>
              </a:ext>
            </a:extLst>
          </p:cNvPr>
          <p:cNvSpPr txBox="1"/>
          <p:nvPr/>
        </p:nvSpPr>
        <p:spPr>
          <a:xfrm>
            <a:off x="7685593" y="6349345"/>
            <a:ext cx="1251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kinematic</a:t>
            </a:r>
            <a:endParaRPr lang="en-US" altLang="ko-KR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498770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F89706-019C-4C39-BBA6-E8A68DE04E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316" y="139323"/>
            <a:ext cx="9144000" cy="782805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ko-KR" altLang="en-US" sz="3200" b="1" dirty="0"/>
              <a:t>문제점 </a:t>
            </a:r>
            <a:r>
              <a:rPr lang="en-US" altLang="ko-KR" sz="3200" b="1" dirty="0"/>
              <a:t>1. patch</a:t>
            </a:r>
            <a:r>
              <a:rPr lang="ko-KR" altLang="en-US" sz="3200" b="1" dirty="0"/>
              <a:t>의 애니메이션 문제</a:t>
            </a:r>
            <a:endParaRPr lang="en-US" altLang="ko-KR" sz="3200" b="1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0CF8209-C0A6-42F2-B0AB-8B135F6C938C}"/>
              </a:ext>
            </a:extLst>
          </p:cNvPr>
          <p:cNvCxnSpPr/>
          <p:nvPr/>
        </p:nvCxnSpPr>
        <p:spPr>
          <a:xfrm>
            <a:off x="120316" y="962233"/>
            <a:ext cx="1189522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1B3DAEDA-B63D-4F1C-ADCA-5CE3607146DD}"/>
              </a:ext>
            </a:extLst>
          </p:cNvPr>
          <p:cNvGrpSpPr/>
          <p:nvPr/>
        </p:nvGrpSpPr>
        <p:grpSpPr>
          <a:xfrm>
            <a:off x="376989" y="2771652"/>
            <a:ext cx="3215067" cy="3081974"/>
            <a:chOff x="3499792" y="2356136"/>
            <a:chExt cx="4454887" cy="4270470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A7E739F4-EE9F-4353-9D9A-F8610DD6A43E}"/>
                </a:ext>
              </a:extLst>
            </p:cNvPr>
            <p:cNvGrpSpPr/>
            <p:nvPr/>
          </p:nvGrpSpPr>
          <p:grpSpPr>
            <a:xfrm rot="508385">
              <a:off x="6361960" y="3789618"/>
              <a:ext cx="1592719" cy="596337"/>
              <a:chOff x="10034045" y="4398845"/>
              <a:chExt cx="1592719" cy="596337"/>
            </a:xfrm>
          </p:grpSpPr>
          <p:sp>
            <p:nvSpPr>
              <p:cNvPr id="84" name="자유형: 도형 83">
                <a:extLst>
                  <a:ext uri="{FF2B5EF4-FFF2-40B4-BE49-F238E27FC236}">
                    <a16:creationId xmlns:a16="http://schemas.microsoft.com/office/drawing/2014/main" id="{84F1D50C-47C5-4EFE-80AB-4806B2B4DDA1}"/>
                  </a:ext>
                </a:extLst>
              </p:cNvPr>
              <p:cNvSpPr/>
              <p:nvPr/>
            </p:nvSpPr>
            <p:spPr>
              <a:xfrm rot="2146737">
                <a:off x="10146746" y="4398845"/>
                <a:ext cx="666920" cy="240636"/>
              </a:xfrm>
              <a:custGeom>
                <a:avLst/>
                <a:gdLst>
                  <a:gd name="connsiteX0" fmla="*/ 0 w 427950"/>
                  <a:gd name="connsiteY0" fmla="*/ 0 h 240636"/>
                  <a:gd name="connsiteX1" fmla="*/ 414929 w 427950"/>
                  <a:gd name="connsiteY1" fmla="*/ 0 h 240636"/>
                  <a:gd name="connsiteX2" fmla="*/ 417274 w 427950"/>
                  <a:gd name="connsiteY2" fmla="*/ 7554 h 240636"/>
                  <a:gd name="connsiteX3" fmla="*/ 427950 w 427950"/>
                  <a:gd name="connsiteY3" fmla="*/ 113462 h 240636"/>
                  <a:gd name="connsiteX4" fmla="*/ 417274 w 427950"/>
                  <a:gd name="connsiteY4" fmla="*/ 219370 h 240636"/>
                  <a:gd name="connsiteX5" fmla="*/ 410672 w 427950"/>
                  <a:gd name="connsiteY5" fmla="*/ 240636 h 240636"/>
                  <a:gd name="connsiteX6" fmla="*/ 0 w 427950"/>
                  <a:gd name="connsiteY6" fmla="*/ 240636 h 240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7950" h="240636">
                    <a:moveTo>
                      <a:pt x="0" y="0"/>
                    </a:moveTo>
                    <a:lnTo>
                      <a:pt x="414929" y="0"/>
                    </a:lnTo>
                    <a:lnTo>
                      <a:pt x="417274" y="7554"/>
                    </a:lnTo>
                    <a:cubicBezTo>
                      <a:pt x="424274" y="41763"/>
                      <a:pt x="427950" y="77183"/>
                      <a:pt x="427950" y="113462"/>
                    </a:cubicBezTo>
                    <a:cubicBezTo>
                      <a:pt x="427950" y="149741"/>
                      <a:pt x="424274" y="185161"/>
                      <a:pt x="417274" y="219370"/>
                    </a:cubicBezTo>
                    <a:lnTo>
                      <a:pt x="410672" y="240636"/>
                    </a:lnTo>
                    <a:lnTo>
                      <a:pt x="0" y="240636"/>
                    </a:lnTo>
                    <a:close/>
                  </a:path>
                </a:pathLst>
              </a:custGeom>
              <a:solidFill>
                <a:srgbClr val="D9D9D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1BD4A46D-CDDF-4DFB-A762-36B38C7166AA}"/>
                  </a:ext>
                </a:extLst>
              </p:cNvPr>
              <p:cNvGrpSpPr/>
              <p:nvPr/>
            </p:nvGrpSpPr>
            <p:grpSpPr>
              <a:xfrm rot="1332185">
                <a:off x="10034045" y="4669833"/>
                <a:ext cx="1592719" cy="325349"/>
                <a:chOff x="3721400" y="5313284"/>
                <a:chExt cx="1592719" cy="325349"/>
              </a:xfrm>
            </p:grpSpPr>
            <p:sp>
              <p:nvSpPr>
                <p:cNvPr id="109" name="사각형: 둥근 모서리 108">
                  <a:extLst>
                    <a:ext uri="{FF2B5EF4-FFF2-40B4-BE49-F238E27FC236}">
                      <a16:creationId xmlns:a16="http://schemas.microsoft.com/office/drawing/2014/main" id="{5A1744F4-84E6-435F-969B-E76811A575C1}"/>
                    </a:ext>
                  </a:extLst>
                </p:cNvPr>
                <p:cNvSpPr/>
                <p:nvPr/>
              </p:nvSpPr>
              <p:spPr>
                <a:xfrm rot="17075790">
                  <a:off x="4718156" y="5042671"/>
                  <a:ext cx="260393" cy="931532"/>
                </a:xfrm>
                <a:custGeom>
                  <a:avLst/>
                  <a:gdLst>
                    <a:gd name="connsiteX0" fmla="*/ 0 w 260393"/>
                    <a:gd name="connsiteY0" fmla="*/ 43400 h 1678474"/>
                    <a:gd name="connsiteX1" fmla="*/ 43400 w 260393"/>
                    <a:gd name="connsiteY1" fmla="*/ 0 h 1678474"/>
                    <a:gd name="connsiteX2" fmla="*/ 216993 w 260393"/>
                    <a:gd name="connsiteY2" fmla="*/ 0 h 1678474"/>
                    <a:gd name="connsiteX3" fmla="*/ 260393 w 260393"/>
                    <a:gd name="connsiteY3" fmla="*/ 43400 h 1678474"/>
                    <a:gd name="connsiteX4" fmla="*/ 260393 w 260393"/>
                    <a:gd name="connsiteY4" fmla="*/ 1635074 h 1678474"/>
                    <a:gd name="connsiteX5" fmla="*/ 216993 w 260393"/>
                    <a:gd name="connsiteY5" fmla="*/ 1678474 h 1678474"/>
                    <a:gd name="connsiteX6" fmla="*/ 43400 w 260393"/>
                    <a:gd name="connsiteY6" fmla="*/ 1678474 h 1678474"/>
                    <a:gd name="connsiteX7" fmla="*/ 0 w 260393"/>
                    <a:gd name="connsiteY7" fmla="*/ 1635074 h 1678474"/>
                    <a:gd name="connsiteX8" fmla="*/ 0 w 260393"/>
                    <a:gd name="connsiteY8" fmla="*/ 43400 h 1678474"/>
                    <a:gd name="connsiteX0" fmla="*/ 58089 w 260393"/>
                    <a:gd name="connsiteY0" fmla="*/ 77486 h 1678474"/>
                    <a:gd name="connsiteX1" fmla="*/ 43400 w 260393"/>
                    <a:gd name="connsiteY1" fmla="*/ 0 h 1678474"/>
                    <a:gd name="connsiteX2" fmla="*/ 216993 w 260393"/>
                    <a:gd name="connsiteY2" fmla="*/ 0 h 1678474"/>
                    <a:gd name="connsiteX3" fmla="*/ 260393 w 260393"/>
                    <a:gd name="connsiteY3" fmla="*/ 43400 h 1678474"/>
                    <a:gd name="connsiteX4" fmla="*/ 260393 w 260393"/>
                    <a:gd name="connsiteY4" fmla="*/ 1635074 h 1678474"/>
                    <a:gd name="connsiteX5" fmla="*/ 216993 w 260393"/>
                    <a:gd name="connsiteY5" fmla="*/ 1678474 h 1678474"/>
                    <a:gd name="connsiteX6" fmla="*/ 43400 w 260393"/>
                    <a:gd name="connsiteY6" fmla="*/ 1678474 h 1678474"/>
                    <a:gd name="connsiteX7" fmla="*/ 0 w 260393"/>
                    <a:gd name="connsiteY7" fmla="*/ 1635074 h 1678474"/>
                    <a:gd name="connsiteX8" fmla="*/ 58089 w 260393"/>
                    <a:gd name="connsiteY8" fmla="*/ 77486 h 1678474"/>
                    <a:gd name="connsiteX0" fmla="*/ 58089 w 260393"/>
                    <a:gd name="connsiteY0" fmla="*/ 77486 h 1678474"/>
                    <a:gd name="connsiteX1" fmla="*/ 43400 w 260393"/>
                    <a:gd name="connsiteY1" fmla="*/ 0 h 1678474"/>
                    <a:gd name="connsiteX2" fmla="*/ 190876 w 260393"/>
                    <a:gd name="connsiteY2" fmla="*/ 164284 h 1678474"/>
                    <a:gd name="connsiteX3" fmla="*/ 260393 w 260393"/>
                    <a:gd name="connsiteY3" fmla="*/ 43400 h 1678474"/>
                    <a:gd name="connsiteX4" fmla="*/ 260393 w 260393"/>
                    <a:gd name="connsiteY4" fmla="*/ 1635074 h 1678474"/>
                    <a:gd name="connsiteX5" fmla="*/ 216993 w 260393"/>
                    <a:gd name="connsiteY5" fmla="*/ 1678474 h 1678474"/>
                    <a:gd name="connsiteX6" fmla="*/ 43400 w 260393"/>
                    <a:gd name="connsiteY6" fmla="*/ 1678474 h 1678474"/>
                    <a:gd name="connsiteX7" fmla="*/ 0 w 260393"/>
                    <a:gd name="connsiteY7" fmla="*/ 1635074 h 1678474"/>
                    <a:gd name="connsiteX8" fmla="*/ 58089 w 260393"/>
                    <a:gd name="connsiteY8" fmla="*/ 77486 h 1678474"/>
                    <a:gd name="connsiteX0" fmla="*/ 58089 w 260393"/>
                    <a:gd name="connsiteY0" fmla="*/ 77486 h 1678474"/>
                    <a:gd name="connsiteX1" fmla="*/ 43400 w 260393"/>
                    <a:gd name="connsiteY1" fmla="*/ 0 h 1678474"/>
                    <a:gd name="connsiteX2" fmla="*/ 190876 w 260393"/>
                    <a:gd name="connsiteY2" fmla="*/ 164284 h 1678474"/>
                    <a:gd name="connsiteX3" fmla="*/ 212193 w 260393"/>
                    <a:gd name="connsiteY3" fmla="*/ 311862 h 1678474"/>
                    <a:gd name="connsiteX4" fmla="*/ 260393 w 260393"/>
                    <a:gd name="connsiteY4" fmla="*/ 1635074 h 1678474"/>
                    <a:gd name="connsiteX5" fmla="*/ 216993 w 260393"/>
                    <a:gd name="connsiteY5" fmla="*/ 1678474 h 1678474"/>
                    <a:gd name="connsiteX6" fmla="*/ 43400 w 260393"/>
                    <a:gd name="connsiteY6" fmla="*/ 1678474 h 1678474"/>
                    <a:gd name="connsiteX7" fmla="*/ 0 w 260393"/>
                    <a:gd name="connsiteY7" fmla="*/ 1635074 h 1678474"/>
                    <a:gd name="connsiteX8" fmla="*/ 58089 w 260393"/>
                    <a:gd name="connsiteY8" fmla="*/ 77486 h 1678474"/>
                    <a:gd name="connsiteX0" fmla="*/ 107345 w 260393"/>
                    <a:gd name="connsiteY0" fmla="*/ 153241 h 1678474"/>
                    <a:gd name="connsiteX1" fmla="*/ 43400 w 260393"/>
                    <a:gd name="connsiteY1" fmla="*/ 0 h 1678474"/>
                    <a:gd name="connsiteX2" fmla="*/ 190876 w 260393"/>
                    <a:gd name="connsiteY2" fmla="*/ 164284 h 1678474"/>
                    <a:gd name="connsiteX3" fmla="*/ 212193 w 260393"/>
                    <a:gd name="connsiteY3" fmla="*/ 311862 h 1678474"/>
                    <a:gd name="connsiteX4" fmla="*/ 260393 w 260393"/>
                    <a:gd name="connsiteY4" fmla="*/ 1635074 h 1678474"/>
                    <a:gd name="connsiteX5" fmla="*/ 216993 w 260393"/>
                    <a:gd name="connsiteY5" fmla="*/ 1678474 h 1678474"/>
                    <a:gd name="connsiteX6" fmla="*/ 43400 w 260393"/>
                    <a:gd name="connsiteY6" fmla="*/ 1678474 h 1678474"/>
                    <a:gd name="connsiteX7" fmla="*/ 0 w 260393"/>
                    <a:gd name="connsiteY7" fmla="*/ 1635074 h 1678474"/>
                    <a:gd name="connsiteX8" fmla="*/ 107345 w 260393"/>
                    <a:gd name="connsiteY8" fmla="*/ 153241 h 1678474"/>
                    <a:gd name="connsiteX0" fmla="*/ 91214 w 260393"/>
                    <a:gd name="connsiteY0" fmla="*/ 393667 h 1678474"/>
                    <a:gd name="connsiteX1" fmla="*/ 43400 w 260393"/>
                    <a:gd name="connsiteY1" fmla="*/ 0 h 1678474"/>
                    <a:gd name="connsiteX2" fmla="*/ 190876 w 260393"/>
                    <a:gd name="connsiteY2" fmla="*/ 164284 h 1678474"/>
                    <a:gd name="connsiteX3" fmla="*/ 212193 w 260393"/>
                    <a:gd name="connsiteY3" fmla="*/ 311862 h 1678474"/>
                    <a:gd name="connsiteX4" fmla="*/ 260393 w 260393"/>
                    <a:gd name="connsiteY4" fmla="*/ 1635074 h 1678474"/>
                    <a:gd name="connsiteX5" fmla="*/ 216993 w 260393"/>
                    <a:gd name="connsiteY5" fmla="*/ 1678474 h 1678474"/>
                    <a:gd name="connsiteX6" fmla="*/ 43400 w 260393"/>
                    <a:gd name="connsiteY6" fmla="*/ 1678474 h 1678474"/>
                    <a:gd name="connsiteX7" fmla="*/ 0 w 260393"/>
                    <a:gd name="connsiteY7" fmla="*/ 1635074 h 1678474"/>
                    <a:gd name="connsiteX8" fmla="*/ 91214 w 260393"/>
                    <a:gd name="connsiteY8" fmla="*/ 393667 h 1678474"/>
                    <a:gd name="connsiteX0" fmla="*/ 91214 w 260393"/>
                    <a:gd name="connsiteY0" fmla="*/ 250987 h 1535794"/>
                    <a:gd name="connsiteX1" fmla="*/ 100241 w 260393"/>
                    <a:gd name="connsiteY1" fmla="*/ 0 h 1535794"/>
                    <a:gd name="connsiteX2" fmla="*/ 190876 w 260393"/>
                    <a:gd name="connsiteY2" fmla="*/ 21604 h 1535794"/>
                    <a:gd name="connsiteX3" fmla="*/ 212193 w 260393"/>
                    <a:gd name="connsiteY3" fmla="*/ 169182 h 1535794"/>
                    <a:gd name="connsiteX4" fmla="*/ 260393 w 260393"/>
                    <a:gd name="connsiteY4" fmla="*/ 1492394 h 1535794"/>
                    <a:gd name="connsiteX5" fmla="*/ 216993 w 260393"/>
                    <a:gd name="connsiteY5" fmla="*/ 1535794 h 1535794"/>
                    <a:gd name="connsiteX6" fmla="*/ 43400 w 260393"/>
                    <a:gd name="connsiteY6" fmla="*/ 1535794 h 1535794"/>
                    <a:gd name="connsiteX7" fmla="*/ 0 w 260393"/>
                    <a:gd name="connsiteY7" fmla="*/ 1492394 h 1535794"/>
                    <a:gd name="connsiteX8" fmla="*/ 91214 w 260393"/>
                    <a:gd name="connsiteY8" fmla="*/ 250987 h 1535794"/>
                    <a:gd name="connsiteX0" fmla="*/ 32356 w 260393"/>
                    <a:gd name="connsiteY0" fmla="*/ 138359 h 1535794"/>
                    <a:gd name="connsiteX1" fmla="*/ 100241 w 260393"/>
                    <a:gd name="connsiteY1" fmla="*/ 0 h 1535794"/>
                    <a:gd name="connsiteX2" fmla="*/ 190876 w 260393"/>
                    <a:gd name="connsiteY2" fmla="*/ 21604 h 1535794"/>
                    <a:gd name="connsiteX3" fmla="*/ 212193 w 260393"/>
                    <a:gd name="connsiteY3" fmla="*/ 169182 h 1535794"/>
                    <a:gd name="connsiteX4" fmla="*/ 260393 w 260393"/>
                    <a:gd name="connsiteY4" fmla="*/ 1492394 h 1535794"/>
                    <a:gd name="connsiteX5" fmla="*/ 216993 w 260393"/>
                    <a:gd name="connsiteY5" fmla="*/ 1535794 h 1535794"/>
                    <a:gd name="connsiteX6" fmla="*/ 43400 w 260393"/>
                    <a:gd name="connsiteY6" fmla="*/ 1535794 h 1535794"/>
                    <a:gd name="connsiteX7" fmla="*/ 0 w 260393"/>
                    <a:gd name="connsiteY7" fmla="*/ 1492394 h 1535794"/>
                    <a:gd name="connsiteX8" fmla="*/ 32356 w 260393"/>
                    <a:gd name="connsiteY8" fmla="*/ 138359 h 1535794"/>
                    <a:gd name="connsiteX0" fmla="*/ 32356 w 260393"/>
                    <a:gd name="connsiteY0" fmla="*/ 230918 h 1628353"/>
                    <a:gd name="connsiteX1" fmla="*/ 115507 w 260393"/>
                    <a:gd name="connsiteY1" fmla="*/ 0 h 1628353"/>
                    <a:gd name="connsiteX2" fmla="*/ 190876 w 260393"/>
                    <a:gd name="connsiteY2" fmla="*/ 114163 h 1628353"/>
                    <a:gd name="connsiteX3" fmla="*/ 212193 w 260393"/>
                    <a:gd name="connsiteY3" fmla="*/ 261741 h 1628353"/>
                    <a:gd name="connsiteX4" fmla="*/ 260393 w 260393"/>
                    <a:gd name="connsiteY4" fmla="*/ 1584953 h 1628353"/>
                    <a:gd name="connsiteX5" fmla="*/ 216993 w 260393"/>
                    <a:gd name="connsiteY5" fmla="*/ 1628353 h 1628353"/>
                    <a:gd name="connsiteX6" fmla="*/ 43400 w 260393"/>
                    <a:gd name="connsiteY6" fmla="*/ 1628353 h 1628353"/>
                    <a:gd name="connsiteX7" fmla="*/ 0 w 260393"/>
                    <a:gd name="connsiteY7" fmla="*/ 1584953 h 1628353"/>
                    <a:gd name="connsiteX8" fmla="*/ 32356 w 260393"/>
                    <a:gd name="connsiteY8" fmla="*/ 230918 h 1628353"/>
                    <a:gd name="connsiteX0" fmla="*/ 32356 w 262461"/>
                    <a:gd name="connsiteY0" fmla="*/ 230918 h 1628353"/>
                    <a:gd name="connsiteX1" fmla="*/ 115507 w 262461"/>
                    <a:gd name="connsiteY1" fmla="*/ 0 h 1628353"/>
                    <a:gd name="connsiteX2" fmla="*/ 257415 w 262461"/>
                    <a:gd name="connsiteY2" fmla="*/ 67307 h 1628353"/>
                    <a:gd name="connsiteX3" fmla="*/ 212193 w 262461"/>
                    <a:gd name="connsiteY3" fmla="*/ 261741 h 1628353"/>
                    <a:gd name="connsiteX4" fmla="*/ 260393 w 262461"/>
                    <a:gd name="connsiteY4" fmla="*/ 1584953 h 1628353"/>
                    <a:gd name="connsiteX5" fmla="*/ 216993 w 262461"/>
                    <a:gd name="connsiteY5" fmla="*/ 1628353 h 1628353"/>
                    <a:gd name="connsiteX6" fmla="*/ 43400 w 262461"/>
                    <a:gd name="connsiteY6" fmla="*/ 1628353 h 1628353"/>
                    <a:gd name="connsiteX7" fmla="*/ 0 w 262461"/>
                    <a:gd name="connsiteY7" fmla="*/ 1584953 h 1628353"/>
                    <a:gd name="connsiteX8" fmla="*/ 32356 w 262461"/>
                    <a:gd name="connsiteY8" fmla="*/ 230918 h 1628353"/>
                    <a:gd name="connsiteX0" fmla="*/ 22370 w 262461"/>
                    <a:gd name="connsiteY0" fmla="*/ 154777 h 1628353"/>
                    <a:gd name="connsiteX1" fmla="*/ 115507 w 262461"/>
                    <a:gd name="connsiteY1" fmla="*/ 0 h 1628353"/>
                    <a:gd name="connsiteX2" fmla="*/ 257415 w 262461"/>
                    <a:gd name="connsiteY2" fmla="*/ 67307 h 1628353"/>
                    <a:gd name="connsiteX3" fmla="*/ 212193 w 262461"/>
                    <a:gd name="connsiteY3" fmla="*/ 261741 h 1628353"/>
                    <a:gd name="connsiteX4" fmla="*/ 260393 w 262461"/>
                    <a:gd name="connsiteY4" fmla="*/ 1584953 h 1628353"/>
                    <a:gd name="connsiteX5" fmla="*/ 216993 w 262461"/>
                    <a:gd name="connsiteY5" fmla="*/ 1628353 h 1628353"/>
                    <a:gd name="connsiteX6" fmla="*/ 43400 w 262461"/>
                    <a:gd name="connsiteY6" fmla="*/ 1628353 h 1628353"/>
                    <a:gd name="connsiteX7" fmla="*/ 0 w 262461"/>
                    <a:gd name="connsiteY7" fmla="*/ 1584953 h 1628353"/>
                    <a:gd name="connsiteX8" fmla="*/ 22370 w 262461"/>
                    <a:gd name="connsiteY8" fmla="*/ 154777 h 1628353"/>
                    <a:gd name="connsiteX0" fmla="*/ 22370 w 262461"/>
                    <a:gd name="connsiteY0" fmla="*/ 88044 h 1561620"/>
                    <a:gd name="connsiteX1" fmla="*/ 88910 w 262461"/>
                    <a:gd name="connsiteY1" fmla="*/ 599652 h 1561620"/>
                    <a:gd name="connsiteX2" fmla="*/ 257415 w 262461"/>
                    <a:gd name="connsiteY2" fmla="*/ 574 h 1561620"/>
                    <a:gd name="connsiteX3" fmla="*/ 212193 w 262461"/>
                    <a:gd name="connsiteY3" fmla="*/ 195008 h 1561620"/>
                    <a:gd name="connsiteX4" fmla="*/ 260393 w 262461"/>
                    <a:gd name="connsiteY4" fmla="*/ 1518220 h 1561620"/>
                    <a:gd name="connsiteX5" fmla="*/ 216993 w 262461"/>
                    <a:gd name="connsiteY5" fmla="*/ 1561620 h 1561620"/>
                    <a:gd name="connsiteX6" fmla="*/ 43400 w 262461"/>
                    <a:gd name="connsiteY6" fmla="*/ 1561620 h 1561620"/>
                    <a:gd name="connsiteX7" fmla="*/ 0 w 262461"/>
                    <a:gd name="connsiteY7" fmla="*/ 1518220 h 1561620"/>
                    <a:gd name="connsiteX8" fmla="*/ 22370 w 262461"/>
                    <a:gd name="connsiteY8" fmla="*/ 88044 h 1561620"/>
                    <a:gd name="connsiteX0" fmla="*/ 22370 w 264964"/>
                    <a:gd name="connsiteY0" fmla="*/ 88044 h 1561620"/>
                    <a:gd name="connsiteX1" fmla="*/ 88910 w 264964"/>
                    <a:gd name="connsiteY1" fmla="*/ 599652 h 1561620"/>
                    <a:gd name="connsiteX2" fmla="*/ 257415 w 264964"/>
                    <a:gd name="connsiteY2" fmla="*/ 574 h 1561620"/>
                    <a:gd name="connsiteX3" fmla="*/ 240613 w 264964"/>
                    <a:gd name="connsiteY3" fmla="*/ 896279 h 1561620"/>
                    <a:gd name="connsiteX4" fmla="*/ 260393 w 264964"/>
                    <a:gd name="connsiteY4" fmla="*/ 1518220 h 1561620"/>
                    <a:gd name="connsiteX5" fmla="*/ 216993 w 264964"/>
                    <a:gd name="connsiteY5" fmla="*/ 1561620 h 1561620"/>
                    <a:gd name="connsiteX6" fmla="*/ 43400 w 264964"/>
                    <a:gd name="connsiteY6" fmla="*/ 1561620 h 1561620"/>
                    <a:gd name="connsiteX7" fmla="*/ 0 w 264964"/>
                    <a:gd name="connsiteY7" fmla="*/ 1518220 h 1561620"/>
                    <a:gd name="connsiteX8" fmla="*/ 22370 w 264964"/>
                    <a:gd name="connsiteY8" fmla="*/ 88044 h 1561620"/>
                    <a:gd name="connsiteX0" fmla="*/ 22370 w 260393"/>
                    <a:gd name="connsiteY0" fmla="*/ 782 h 1474358"/>
                    <a:gd name="connsiteX1" fmla="*/ 88910 w 260393"/>
                    <a:gd name="connsiteY1" fmla="*/ 512390 h 1474358"/>
                    <a:gd name="connsiteX2" fmla="*/ 213311 w 260393"/>
                    <a:gd name="connsiteY2" fmla="*/ 600662 h 1474358"/>
                    <a:gd name="connsiteX3" fmla="*/ 240613 w 260393"/>
                    <a:gd name="connsiteY3" fmla="*/ 809017 h 1474358"/>
                    <a:gd name="connsiteX4" fmla="*/ 260393 w 260393"/>
                    <a:gd name="connsiteY4" fmla="*/ 1430958 h 1474358"/>
                    <a:gd name="connsiteX5" fmla="*/ 216993 w 260393"/>
                    <a:gd name="connsiteY5" fmla="*/ 1474358 h 1474358"/>
                    <a:gd name="connsiteX6" fmla="*/ 43400 w 260393"/>
                    <a:gd name="connsiteY6" fmla="*/ 1474358 h 1474358"/>
                    <a:gd name="connsiteX7" fmla="*/ 0 w 260393"/>
                    <a:gd name="connsiteY7" fmla="*/ 1430958 h 1474358"/>
                    <a:gd name="connsiteX8" fmla="*/ 22370 w 260393"/>
                    <a:gd name="connsiteY8" fmla="*/ 782 h 1474358"/>
                    <a:gd name="connsiteX0" fmla="*/ 14752 w 260393"/>
                    <a:gd name="connsiteY0" fmla="*/ 126869 h 961968"/>
                    <a:gd name="connsiteX1" fmla="*/ 88910 w 260393"/>
                    <a:gd name="connsiteY1" fmla="*/ 0 h 961968"/>
                    <a:gd name="connsiteX2" fmla="*/ 213311 w 260393"/>
                    <a:gd name="connsiteY2" fmla="*/ 88272 h 961968"/>
                    <a:gd name="connsiteX3" fmla="*/ 240613 w 260393"/>
                    <a:gd name="connsiteY3" fmla="*/ 296627 h 961968"/>
                    <a:gd name="connsiteX4" fmla="*/ 260393 w 260393"/>
                    <a:gd name="connsiteY4" fmla="*/ 918568 h 961968"/>
                    <a:gd name="connsiteX5" fmla="*/ 216993 w 260393"/>
                    <a:gd name="connsiteY5" fmla="*/ 961968 h 961968"/>
                    <a:gd name="connsiteX6" fmla="*/ 43400 w 260393"/>
                    <a:gd name="connsiteY6" fmla="*/ 961968 h 961968"/>
                    <a:gd name="connsiteX7" fmla="*/ 0 w 260393"/>
                    <a:gd name="connsiteY7" fmla="*/ 918568 h 961968"/>
                    <a:gd name="connsiteX8" fmla="*/ 14752 w 260393"/>
                    <a:gd name="connsiteY8" fmla="*/ 126869 h 961968"/>
                    <a:gd name="connsiteX0" fmla="*/ 14752 w 260393"/>
                    <a:gd name="connsiteY0" fmla="*/ 80653 h 915752"/>
                    <a:gd name="connsiteX1" fmla="*/ 87822 w 260393"/>
                    <a:gd name="connsiteY1" fmla="*/ 0 h 915752"/>
                    <a:gd name="connsiteX2" fmla="*/ 213311 w 260393"/>
                    <a:gd name="connsiteY2" fmla="*/ 42056 h 915752"/>
                    <a:gd name="connsiteX3" fmla="*/ 240613 w 260393"/>
                    <a:gd name="connsiteY3" fmla="*/ 250411 h 915752"/>
                    <a:gd name="connsiteX4" fmla="*/ 260393 w 260393"/>
                    <a:gd name="connsiteY4" fmla="*/ 872352 h 915752"/>
                    <a:gd name="connsiteX5" fmla="*/ 216993 w 260393"/>
                    <a:gd name="connsiteY5" fmla="*/ 915752 h 915752"/>
                    <a:gd name="connsiteX6" fmla="*/ 43400 w 260393"/>
                    <a:gd name="connsiteY6" fmla="*/ 915752 h 915752"/>
                    <a:gd name="connsiteX7" fmla="*/ 0 w 260393"/>
                    <a:gd name="connsiteY7" fmla="*/ 872352 h 915752"/>
                    <a:gd name="connsiteX8" fmla="*/ 14752 w 260393"/>
                    <a:gd name="connsiteY8" fmla="*/ 80653 h 915752"/>
                    <a:gd name="connsiteX0" fmla="*/ 0 w 272109"/>
                    <a:gd name="connsiteY0" fmla="*/ 130198 h 915752"/>
                    <a:gd name="connsiteX1" fmla="*/ 99538 w 272109"/>
                    <a:gd name="connsiteY1" fmla="*/ 0 h 915752"/>
                    <a:gd name="connsiteX2" fmla="*/ 225027 w 272109"/>
                    <a:gd name="connsiteY2" fmla="*/ 42056 h 915752"/>
                    <a:gd name="connsiteX3" fmla="*/ 252329 w 272109"/>
                    <a:gd name="connsiteY3" fmla="*/ 250411 h 915752"/>
                    <a:gd name="connsiteX4" fmla="*/ 272109 w 272109"/>
                    <a:gd name="connsiteY4" fmla="*/ 872352 h 915752"/>
                    <a:gd name="connsiteX5" fmla="*/ 228709 w 272109"/>
                    <a:gd name="connsiteY5" fmla="*/ 915752 h 915752"/>
                    <a:gd name="connsiteX6" fmla="*/ 55116 w 272109"/>
                    <a:gd name="connsiteY6" fmla="*/ 915752 h 915752"/>
                    <a:gd name="connsiteX7" fmla="*/ 11716 w 272109"/>
                    <a:gd name="connsiteY7" fmla="*/ 872352 h 915752"/>
                    <a:gd name="connsiteX8" fmla="*/ 0 w 272109"/>
                    <a:gd name="connsiteY8" fmla="*/ 130198 h 915752"/>
                    <a:gd name="connsiteX0" fmla="*/ 0 w 272109"/>
                    <a:gd name="connsiteY0" fmla="*/ 94285 h 879839"/>
                    <a:gd name="connsiteX1" fmla="*/ 52234 w 272109"/>
                    <a:gd name="connsiteY1" fmla="*/ 9214 h 879839"/>
                    <a:gd name="connsiteX2" fmla="*/ 225027 w 272109"/>
                    <a:gd name="connsiteY2" fmla="*/ 6143 h 879839"/>
                    <a:gd name="connsiteX3" fmla="*/ 252329 w 272109"/>
                    <a:gd name="connsiteY3" fmla="*/ 214498 h 879839"/>
                    <a:gd name="connsiteX4" fmla="*/ 272109 w 272109"/>
                    <a:gd name="connsiteY4" fmla="*/ 836439 h 879839"/>
                    <a:gd name="connsiteX5" fmla="*/ 228709 w 272109"/>
                    <a:gd name="connsiteY5" fmla="*/ 879839 h 879839"/>
                    <a:gd name="connsiteX6" fmla="*/ 55116 w 272109"/>
                    <a:gd name="connsiteY6" fmla="*/ 879839 h 879839"/>
                    <a:gd name="connsiteX7" fmla="*/ 11716 w 272109"/>
                    <a:gd name="connsiteY7" fmla="*/ 836439 h 879839"/>
                    <a:gd name="connsiteX8" fmla="*/ 0 w 272109"/>
                    <a:gd name="connsiteY8" fmla="*/ 94285 h 879839"/>
                    <a:gd name="connsiteX0" fmla="*/ 0 w 272109"/>
                    <a:gd name="connsiteY0" fmla="*/ 85071 h 870625"/>
                    <a:gd name="connsiteX1" fmla="*/ 52234 w 272109"/>
                    <a:gd name="connsiteY1" fmla="*/ 0 h 870625"/>
                    <a:gd name="connsiteX2" fmla="*/ 172794 w 272109"/>
                    <a:gd name="connsiteY2" fmla="*/ 10532 h 870625"/>
                    <a:gd name="connsiteX3" fmla="*/ 252329 w 272109"/>
                    <a:gd name="connsiteY3" fmla="*/ 205284 h 870625"/>
                    <a:gd name="connsiteX4" fmla="*/ 272109 w 272109"/>
                    <a:gd name="connsiteY4" fmla="*/ 827225 h 870625"/>
                    <a:gd name="connsiteX5" fmla="*/ 228709 w 272109"/>
                    <a:gd name="connsiteY5" fmla="*/ 870625 h 870625"/>
                    <a:gd name="connsiteX6" fmla="*/ 55116 w 272109"/>
                    <a:gd name="connsiteY6" fmla="*/ 870625 h 870625"/>
                    <a:gd name="connsiteX7" fmla="*/ 11716 w 272109"/>
                    <a:gd name="connsiteY7" fmla="*/ 827225 h 870625"/>
                    <a:gd name="connsiteX8" fmla="*/ 0 w 272109"/>
                    <a:gd name="connsiteY8" fmla="*/ 85071 h 870625"/>
                    <a:gd name="connsiteX0" fmla="*/ 0 w 272109"/>
                    <a:gd name="connsiteY0" fmla="*/ 145978 h 931532"/>
                    <a:gd name="connsiteX1" fmla="*/ 59339 w 272109"/>
                    <a:gd name="connsiteY1" fmla="*/ 0 h 931532"/>
                    <a:gd name="connsiteX2" fmla="*/ 172794 w 272109"/>
                    <a:gd name="connsiteY2" fmla="*/ 71439 h 931532"/>
                    <a:gd name="connsiteX3" fmla="*/ 252329 w 272109"/>
                    <a:gd name="connsiteY3" fmla="*/ 266191 h 931532"/>
                    <a:gd name="connsiteX4" fmla="*/ 272109 w 272109"/>
                    <a:gd name="connsiteY4" fmla="*/ 888132 h 931532"/>
                    <a:gd name="connsiteX5" fmla="*/ 228709 w 272109"/>
                    <a:gd name="connsiteY5" fmla="*/ 931532 h 931532"/>
                    <a:gd name="connsiteX6" fmla="*/ 55116 w 272109"/>
                    <a:gd name="connsiteY6" fmla="*/ 931532 h 931532"/>
                    <a:gd name="connsiteX7" fmla="*/ 11716 w 272109"/>
                    <a:gd name="connsiteY7" fmla="*/ 888132 h 931532"/>
                    <a:gd name="connsiteX8" fmla="*/ 0 w 272109"/>
                    <a:gd name="connsiteY8" fmla="*/ 145978 h 931532"/>
                    <a:gd name="connsiteX0" fmla="*/ 0 w 272109"/>
                    <a:gd name="connsiteY0" fmla="*/ 145978 h 931532"/>
                    <a:gd name="connsiteX1" fmla="*/ 59339 w 272109"/>
                    <a:gd name="connsiteY1" fmla="*/ 0 h 931532"/>
                    <a:gd name="connsiteX2" fmla="*/ 195390 w 272109"/>
                    <a:gd name="connsiteY2" fmla="*/ 19622 h 931532"/>
                    <a:gd name="connsiteX3" fmla="*/ 252329 w 272109"/>
                    <a:gd name="connsiteY3" fmla="*/ 266191 h 931532"/>
                    <a:gd name="connsiteX4" fmla="*/ 272109 w 272109"/>
                    <a:gd name="connsiteY4" fmla="*/ 888132 h 931532"/>
                    <a:gd name="connsiteX5" fmla="*/ 228709 w 272109"/>
                    <a:gd name="connsiteY5" fmla="*/ 931532 h 931532"/>
                    <a:gd name="connsiteX6" fmla="*/ 55116 w 272109"/>
                    <a:gd name="connsiteY6" fmla="*/ 931532 h 931532"/>
                    <a:gd name="connsiteX7" fmla="*/ 11716 w 272109"/>
                    <a:gd name="connsiteY7" fmla="*/ 888132 h 931532"/>
                    <a:gd name="connsiteX8" fmla="*/ 0 w 272109"/>
                    <a:gd name="connsiteY8" fmla="*/ 145978 h 931532"/>
                    <a:gd name="connsiteX0" fmla="*/ 0 w 272109"/>
                    <a:gd name="connsiteY0" fmla="*/ 145978 h 931532"/>
                    <a:gd name="connsiteX1" fmla="*/ 59339 w 272109"/>
                    <a:gd name="connsiteY1" fmla="*/ 0 h 931532"/>
                    <a:gd name="connsiteX2" fmla="*/ 195390 w 272109"/>
                    <a:gd name="connsiteY2" fmla="*/ 19622 h 931532"/>
                    <a:gd name="connsiteX3" fmla="*/ 227973 w 272109"/>
                    <a:gd name="connsiteY3" fmla="*/ 59278 h 931532"/>
                    <a:gd name="connsiteX4" fmla="*/ 272109 w 272109"/>
                    <a:gd name="connsiteY4" fmla="*/ 888132 h 931532"/>
                    <a:gd name="connsiteX5" fmla="*/ 228709 w 272109"/>
                    <a:gd name="connsiteY5" fmla="*/ 931532 h 931532"/>
                    <a:gd name="connsiteX6" fmla="*/ 55116 w 272109"/>
                    <a:gd name="connsiteY6" fmla="*/ 931532 h 931532"/>
                    <a:gd name="connsiteX7" fmla="*/ 11716 w 272109"/>
                    <a:gd name="connsiteY7" fmla="*/ 888132 h 931532"/>
                    <a:gd name="connsiteX8" fmla="*/ 0 w 272109"/>
                    <a:gd name="connsiteY8" fmla="*/ 145978 h 931532"/>
                    <a:gd name="connsiteX0" fmla="*/ 5023 w 260393"/>
                    <a:gd name="connsiteY0" fmla="*/ 46473 h 931532"/>
                    <a:gd name="connsiteX1" fmla="*/ 47623 w 260393"/>
                    <a:gd name="connsiteY1" fmla="*/ 0 h 931532"/>
                    <a:gd name="connsiteX2" fmla="*/ 183674 w 260393"/>
                    <a:gd name="connsiteY2" fmla="*/ 19622 h 931532"/>
                    <a:gd name="connsiteX3" fmla="*/ 216257 w 260393"/>
                    <a:gd name="connsiteY3" fmla="*/ 59278 h 931532"/>
                    <a:gd name="connsiteX4" fmla="*/ 260393 w 260393"/>
                    <a:gd name="connsiteY4" fmla="*/ 888132 h 931532"/>
                    <a:gd name="connsiteX5" fmla="*/ 216993 w 260393"/>
                    <a:gd name="connsiteY5" fmla="*/ 931532 h 931532"/>
                    <a:gd name="connsiteX6" fmla="*/ 43400 w 260393"/>
                    <a:gd name="connsiteY6" fmla="*/ 931532 h 931532"/>
                    <a:gd name="connsiteX7" fmla="*/ 0 w 260393"/>
                    <a:gd name="connsiteY7" fmla="*/ 888132 h 931532"/>
                    <a:gd name="connsiteX8" fmla="*/ 5023 w 260393"/>
                    <a:gd name="connsiteY8" fmla="*/ 46473 h 9315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60393" h="931532">
                      <a:moveTo>
                        <a:pt x="5023" y="46473"/>
                      </a:moveTo>
                      <a:cubicBezTo>
                        <a:pt x="5023" y="22504"/>
                        <a:pt x="23654" y="0"/>
                        <a:pt x="47623" y="0"/>
                      </a:cubicBezTo>
                      <a:cubicBezTo>
                        <a:pt x="94926" y="22436"/>
                        <a:pt x="136371" y="-2814"/>
                        <a:pt x="183674" y="19622"/>
                      </a:cubicBezTo>
                      <a:cubicBezTo>
                        <a:pt x="207643" y="19622"/>
                        <a:pt x="216257" y="35309"/>
                        <a:pt x="216257" y="59278"/>
                      </a:cubicBezTo>
                      <a:lnTo>
                        <a:pt x="260393" y="888132"/>
                      </a:lnTo>
                      <a:cubicBezTo>
                        <a:pt x="260393" y="912101"/>
                        <a:pt x="240962" y="931532"/>
                        <a:pt x="216993" y="931532"/>
                      </a:cubicBezTo>
                      <a:lnTo>
                        <a:pt x="43400" y="931532"/>
                      </a:lnTo>
                      <a:cubicBezTo>
                        <a:pt x="19431" y="931532"/>
                        <a:pt x="0" y="912101"/>
                        <a:pt x="0" y="888132"/>
                      </a:cubicBezTo>
                      <a:cubicBezTo>
                        <a:pt x="0" y="357574"/>
                        <a:pt x="5023" y="577031"/>
                        <a:pt x="5023" y="46473"/>
                      </a:cubicBezTo>
                      <a:close/>
                    </a:path>
                  </a:pathLst>
                </a:custGeom>
                <a:solidFill>
                  <a:srgbClr val="D9D9D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4" name="그룹 3">
                  <a:extLst>
                    <a:ext uri="{FF2B5EF4-FFF2-40B4-BE49-F238E27FC236}">
                      <a16:creationId xmlns:a16="http://schemas.microsoft.com/office/drawing/2014/main" id="{7E0FBC14-9855-4370-AC06-F2A3E972C4BD}"/>
                    </a:ext>
                  </a:extLst>
                </p:cNvPr>
                <p:cNvGrpSpPr/>
                <p:nvPr/>
              </p:nvGrpSpPr>
              <p:grpSpPr>
                <a:xfrm rot="768522">
                  <a:off x="3721400" y="5313284"/>
                  <a:ext cx="1532819" cy="237512"/>
                  <a:chOff x="9626170" y="4237307"/>
                  <a:chExt cx="1532819" cy="237512"/>
                </a:xfrm>
              </p:grpSpPr>
              <p:cxnSp>
                <p:nvCxnSpPr>
                  <p:cNvPr id="96" name="직선 연결선 95">
                    <a:extLst>
                      <a:ext uri="{FF2B5EF4-FFF2-40B4-BE49-F238E27FC236}">
                        <a16:creationId xmlns:a16="http://schemas.microsoft.com/office/drawing/2014/main" id="{04550E12-F8DD-4DD9-8E78-EEA41E6D976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9807264" y="4370297"/>
                    <a:ext cx="579554" cy="0"/>
                  </a:xfrm>
                  <a:prstGeom prst="line">
                    <a:avLst/>
                  </a:prstGeom>
                  <a:ln w="76200">
                    <a:solidFill>
                      <a:schemeClr val="accent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7" name="직선 연결선 96">
                    <a:extLst>
                      <a:ext uri="{FF2B5EF4-FFF2-40B4-BE49-F238E27FC236}">
                        <a16:creationId xmlns:a16="http://schemas.microsoft.com/office/drawing/2014/main" id="{99FBD6E3-6445-4837-80C8-77D9DF9D156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0579435" y="4370297"/>
                    <a:ext cx="579554" cy="0"/>
                  </a:xfrm>
                  <a:prstGeom prst="line">
                    <a:avLst/>
                  </a:prstGeom>
                  <a:ln w="76200">
                    <a:solidFill>
                      <a:schemeClr val="accent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9" name="타원 98">
                    <a:extLst>
                      <a:ext uri="{FF2B5EF4-FFF2-40B4-BE49-F238E27FC236}">
                        <a16:creationId xmlns:a16="http://schemas.microsoft.com/office/drawing/2014/main" id="{6B9A6B1E-22E1-4F30-A673-799CDF1AB2FB}"/>
                      </a:ext>
                    </a:extLst>
                  </p:cNvPr>
                  <p:cNvSpPr/>
                  <p:nvPr/>
                </p:nvSpPr>
                <p:spPr>
                  <a:xfrm>
                    <a:off x="10361864" y="4257248"/>
                    <a:ext cx="217571" cy="217571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100" name="타원 99">
                    <a:extLst>
                      <a:ext uri="{FF2B5EF4-FFF2-40B4-BE49-F238E27FC236}">
                        <a16:creationId xmlns:a16="http://schemas.microsoft.com/office/drawing/2014/main" id="{C147A980-295B-4231-86CF-CFE2E5896642}"/>
                      </a:ext>
                    </a:extLst>
                  </p:cNvPr>
                  <p:cNvSpPr/>
                  <p:nvPr/>
                </p:nvSpPr>
                <p:spPr>
                  <a:xfrm>
                    <a:off x="9626170" y="4237307"/>
                    <a:ext cx="217571" cy="217571"/>
                  </a:xfrm>
                  <a:prstGeom prst="ellipse">
                    <a:avLst/>
                  </a:prstGeom>
                  <a:solidFill>
                    <a:srgbClr val="FFFF00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</p:grp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8337C97-CCE3-4AF6-8D16-B74589BB3608}"/>
                </a:ext>
              </a:extLst>
            </p:cNvPr>
            <p:cNvGrpSpPr/>
            <p:nvPr/>
          </p:nvGrpSpPr>
          <p:grpSpPr>
            <a:xfrm>
              <a:off x="3499792" y="2356136"/>
              <a:ext cx="2620946" cy="4270470"/>
              <a:chOff x="5885883" y="2019251"/>
              <a:chExt cx="2620946" cy="4270470"/>
            </a:xfrm>
          </p:grpSpPr>
          <p:sp>
            <p:nvSpPr>
              <p:cNvPr id="77" name="자유형: 도형 76">
                <a:extLst>
                  <a:ext uri="{FF2B5EF4-FFF2-40B4-BE49-F238E27FC236}">
                    <a16:creationId xmlns:a16="http://schemas.microsoft.com/office/drawing/2014/main" id="{13B8674D-9BD6-497B-9754-828EEEF9836B}"/>
                  </a:ext>
                </a:extLst>
              </p:cNvPr>
              <p:cNvSpPr/>
              <p:nvPr/>
            </p:nvSpPr>
            <p:spPr>
              <a:xfrm>
                <a:off x="7883765" y="2660447"/>
                <a:ext cx="623064" cy="728989"/>
              </a:xfrm>
              <a:custGeom>
                <a:avLst/>
                <a:gdLst>
                  <a:gd name="connsiteX0" fmla="*/ 494974 w 623064"/>
                  <a:gd name="connsiteY0" fmla="*/ 97141 h 728989"/>
                  <a:gd name="connsiteX1" fmla="*/ 623064 w 623064"/>
                  <a:gd name="connsiteY1" fmla="*/ 97141 h 728989"/>
                  <a:gd name="connsiteX2" fmla="*/ 623064 w 623064"/>
                  <a:gd name="connsiteY2" fmla="*/ 337777 h 728989"/>
                  <a:gd name="connsiteX3" fmla="*/ 494974 w 623064"/>
                  <a:gd name="connsiteY3" fmla="*/ 337777 h 728989"/>
                  <a:gd name="connsiteX4" fmla="*/ 454867 w 623064"/>
                  <a:gd name="connsiteY4" fmla="*/ 297670 h 728989"/>
                  <a:gd name="connsiteX5" fmla="*/ 454867 w 623064"/>
                  <a:gd name="connsiteY5" fmla="*/ 137248 h 728989"/>
                  <a:gd name="connsiteX6" fmla="*/ 494974 w 623064"/>
                  <a:gd name="connsiteY6" fmla="*/ 97141 h 728989"/>
                  <a:gd name="connsiteX7" fmla="*/ 44582 w 623064"/>
                  <a:gd name="connsiteY7" fmla="*/ 0 h 728989"/>
                  <a:gd name="connsiteX8" fmla="*/ 313156 w 623064"/>
                  <a:gd name="connsiteY8" fmla="*/ 0 h 728989"/>
                  <a:gd name="connsiteX9" fmla="*/ 454866 w 623064"/>
                  <a:gd name="connsiteY9" fmla="*/ 141710 h 728989"/>
                  <a:gd name="connsiteX10" fmla="*/ 454866 w 623064"/>
                  <a:gd name="connsiteY10" fmla="*/ 728989 h 728989"/>
                  <a:gd name="connsiteX11" fmla="*/ 419599 w 623064"/>
                  <a:gd name="connsiteY11" fmla="*/ 725434 h 728989"/>
                  <a:gd name="connsiteX12" fmla="*/ 0 w 623064"/>
                  <a:gd name="connsiteY12" fmla="*/ 210603 h 728989"/>
                  <a:gd name="connsiteX13" fmla="*/ 41297 w 623064"/>
                  <a:gd name="connsiteY13" fmla="*/ 6052 h 7289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23064" h="728989">
                    <a:moveTo>
                      <a:pt x="494974" y="97141"/>
                    </a:moveTo>
                    <a:lnTo>
                      <a:pt x="623064" y="97141"/>
                    </a:lnTo>
                    <a:lnTo>
                      <a:pt x="623064" y="337777"/>
                    </a:lnTo>
                    <a:lnTo>
                      <a:pt x="494974" y="337777"/>
                    </a:lnTo>
                    <a:cubicBezTo>
                      <a:pt x="472824" y="337777"/>
                      <a:pt x="454867" y="319820"/>
                      <a:pt x="454867" y="297670"/>
                    </a:cubicBezTo>
                    <a:lnTo>
                      <a:pt x="454867" y="137248"/>
                    </a:lnTo>
                    <a:cubicBezTo>
                      <a:pt x="454867" y="115098"/>
                      <a:pt x="472824" y="97141"/>
                      <a:pt x="494974" y="97141"/>
                    </a:cubicBezTo>
                    <a:close/>
                    <a:moveTo>
                      <a:pt x="44582" y="0"/>
                    </a:moveTo>
                    <a:lnTo>
                      <a:pt x="313156" y="0"/>
                    </a:lnTo>
                    <a:cubicBezTo>
                      <a:pt x="391420" y="0"/>
                      <a:pt x="454866" y="63446"/>
                      <a:pt x="454866" y="141710"/>
                    </a:cubicBezTo>
                    <a:lnTo>
                      <a:pt x="454866" y="728989"/>
                    </a:lnTo>
                    <a:lnTo>
                      <a:pt x="419599" y="725434"/>
                    </a:lnTo>
                    <a:cubicBezTo>
                      <a:pt x="180134" y="676432"/>
                      <a:pt x="0" y="464554"/>
                      <a:pt x="0" y="210603"/>
                    </a:cubicBezTo>
                    <a:cubicBezTo>
                      <a:pt x="0" y="138046"/>
                      <a:pt x="14705" y="68923"/>
                      <a:pt x="41297" y="6052"/>
                    </a:cubicBezTo>
                    <a:close/>
                  </a:path>
                </a:pathLst>
              </a:custGeom>
              <a:solidFill>
                <a:srgbClr val="D9D9D9"/>
              </a:solidFill>
              <a:ln w="1270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85" name="그룹 84">
                <a:extLst>
                  <a:ext uri="{FF2B5EF4-FFF2-40B4-BE49-F238E27FC236}">
                    <a16:creationId xmlns:a16="http://schemas.microsoft.com/office/drawing/2014/main" id="{CB5BEA2E-9683-405C-9328-01219894C510}"/>
                  </a:ext>
                </a:extLst>
              </p:cNvPr>
              <p:cNvGrpSpPr/>
              <p:nvPr/>
            </p:nvGrpSpPr>
            <p:grpSpPr>
              <a:xfrm>
                <a:off x="5885883" y="2019251"/>
                <a:ext cx="2401754" cy="4270470"/>
                <a:chOff x="409012" y="1813908"/>
                <a:chExt cx="2401754" cy="4270470"/>
              </a:xfrm>
            </p:grpSpPr>
            <p:sp>
              <p:nvSpPr>
                <p:cNvPr id="108" name="타원 107">
                  <a:extLst>
                    <a:ext uri="{FF2B5EF4-FFF2-40B4-BE49-F238E27FC236}">
                      <a16:creationId xmlns:a16="http://schemas.microsoft.com/office/drawing/2014/main" id="{AB71E4DA-327B-47B3-AAB9-D137FDFB93A0}"/>
                    </a:ext>
                  </a:extLst>
                </p:cNvPr>
                <p:cNvSpPr/>
                <p:nvPr/>
              </p:nvSpPr>
              <p:spPr>
                <a:xfrm>
                  <a:off x="2152390" y="1813908"/>
                  <a:ext cx="466511" cy="640409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0" name="자유형: 도형 109">
                  <a:extLst>
                    <a:ext uri="{FF2B5EF4-FFF2-40B4-BE49-F238E27FC236}">
                      <a16:creationId xmlns:a16="http://schemas.microsoft.com/office/drawing/2014/main" id="{997788F4-7D35-4127-9617-E9B76F498BD9}"/>
                    </a:ext>
                  </a:extLst>
                </p:cNvPr>
                <p:cNvSpPr/>
                <p:nvPr/>
              </p:nvSpPr>
              <p:spPr>
                <a:xfrm>
                  <a:off x="1960524" y="2448652"/>
                  <a:ext cx="850242" cy="1595571"/>
                </a:xfrm>
                <a:custGeom>
                  <a:avLst/>
                  <a:gdLst>
                    <a:gd name="connsiteX0" fmla="*/ 141710 w 850242"/>
                    <a:gd name="connsiteY0" fmla="*/ 0 h 1595571"/>
                    <a:gd name="connsiteX1" fmla="*/ 450782 w 850242"/>
                    <a:gd name="connsiteY1" fmla="*/ 0 h 1595571"/>
                    <a:gd name="connsiteX2" fmla="*/ 447497 w 850242"/>
                    <a:gd name="connsiteY2" fmla="*/ 6052 h 1595571"/>
                    <a:gd name="connsiteX3" fmla="*/ 406200 w 850242"/>
                    <a:gd name="connsiteY3" fmla="*/ 210603 h 1595571"/>
                    <a:gd name="connsiteX4" fmla="*/ 825799 w 850242"/>
                    <a:gd name="connsiteY4" fmla="*/ 725434 h 1595571"/>
                    <a:gd name="connsiteX5" fmla="*/ 850242 w 850242"/>
                    <a:gd name="connsiteY5" fmla="*/ 727898 h 1595571"/>
                    <a:gd name="connsiteX6" fmla="*/ 850242 w 850242"/>
                    <a:gd name="connsiteY6" fmla="*/ 1453861 h 1595571"/>
                    <a:gd name="connsiteX7" fmla="*/ 708532 w 850242"/>
                    <a:gd name="connsiteY7" fmla="*/ 1595571 h 1595571"/>
                    <a:gd name="connsiteX8" fmla="*/ 141710 w 850242"/>
                    <a:gd name="connsiteY8" fmla="*/ 1595571 h 1595571"/>
                    <a:gd name="connsiteX9" fmla="*/ 0 w 850242"/>
                    <a:gd name="connsiteY9" fmla="*/ 1453861 h 1595571"/>
                    <a:gd name="connsiteX10" fmla="*/ 0 w 850242"/>
                    <a:gd name="connsiteY10" fmla="*/ 141710 h 1595571"/>
                    <a:gd name="connsiteX11" fmla="*/ 141710 w 850242"/>
                    <a:gd name="connsiteY11" fmla="*/ 0 h 15955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850242" h="1595571">
                      <a:moveTo>
                        <a:pt x="141710" y="0"/>
                      </a:moveTo>
                      <a:lnTo>
                        <a:pt x="450782" y="0"/>
                      </a:lnTo>
                      <a:lnTo>
                        <a:pt x="447497" y="6052"/>
                      </a:lnTo>
                      <a:cubicBezTo>
                        <a:pt x="420905" y="68923"/>
                        <a:pt x="406200" y="138046"/>
                        <a:pt x="406200" y="210603"/>
                      </a:cubicBezTo>
                      <a:cubicBezTo>
                        <a:pt x="406200" y="464554"/>
                        <a:pt x="586334" y="676432"/>
                        <a:pt x="825799" y="725434"/>
                      </a:cubicBezTo>
                      <a:lnTo>
                        <a:pt x="850242" y="727898"/>
                      </a:lnTo>
                      <a:lnTo>
                        <a:pt x="850242" y="1453861"/>
                      </a:lnTo>
                      <a:cubicBezTo>
                        <a:pt x="850242" y="1532125"/>
                        <a:pt x="786796" y="1595571"/>
                        <a:pt x="708532" y="1595571"/>
                      </a:cubicBezTo>
                      <a:lnTo>
                        <a:pt x="141710" y="1595571"/>
                      </a:lnTo>
                      <a:cubicBezTo>
                        <a:pt x="63446" y="1595571"/>
                        <a:pt x="0" y="1532125"/>
                        <a:pt x="0" y="1453861"/>
                      </a:cubicBezTo>
                      <a:lnTo>
                        <a:pt x="0" y="141710"/>
                      </a:lnTo>
                      <a:cubicBezTo>
                        <a:pt x="0" y="63446"/>
                        <a:pt x="63446" y="0"/>
                        <a:pt x="141710" y="0"/>
                      </a:cubicBez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2" name="사각형: 둥근 모서리 111">
                  <a:extLst>
                    <a:ext uri="{FF2B5EF4-FFF2-40B4-BE49-F238E27FC236}">
                      <a16:creationId xmlns:a16="http://schemas.microsoft.com/office/drawing/2014/main" id="{799E478A-48E6-4FBB-9E08-E7EC6F2B8E20}"/>
                    </a:ext>
                  </a:extLst>
                </p:cNvPr>
                <p:cNvSpPr/>
                <p:nvPr/>
              </p:nvSpPr>
              <p:spPr>
                <a:xfrm>
                  <a:off x="1960524" y="4042510"/>
                  <a:ext cx="336462" cy="1105422"/>
                </a:xfrm>
                <a:prstGeom prst="roundRect">
                  <a:avLst/>
                </a:prstGeom>
                <a:solidFill>
                  <a:schemeClr val="bg1">
                    <a:lumMod val="85000"/>
                  </a:schemeClr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3" name="사각형: 둥근 모서리 112">
                  <a:extLst>
                    <a:ext uri="{FF2B5EF4-FFF2-40B4-BE49-F238E27FC236}">
                      <a16:creationId xmlns:a16="http://schemas.microsoft.com/office/drawing/2014/main" id="{BBC27B79-0AB4-4654-9E1F-DAE52018459F}"/>
                    </a:ext>
                  </a:extLst>
                </p:cNvPr>
                <p:cNvSpPr/>
                <p:nvPr/>
              </p:nvSpPr>
              <p:spPr>
                <a:xfrm>
                  <a:off x="1959773" y="5147934"/>
                  <a:ext cx="336462" cy="936444"/>
                </a:xfrm>
                <a:prstGeom prst="roundRect">
                  <a:avLst/>
                </a:prstGeom>
                <a:solidFill>
                  <a:schemeClr val="bg1">
                    <a:lumMod val="85000"/>
                  </a:schemeClr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4" name="사각형: 둥근 모서리 113">
                  <a:extLst>
                    <a:ext uri="{FF2B5EF4-FFF2-40B4-BE49-F238E27FC236}">
                      <a16:creationId xmlns:a16="http://schemas.microsoft.com/office/drawing/2014/main" id="{3DD4F536-05C7-49A2-9D90-CB746A6CE475}"/>
                    </a:ext>
                  </a:extLst>
                </p:cNvPr>
                <p:cNvSpPr/>
                <p:nvPr/>
              </p:nvSpPr>
              <p:spPr>
                <a:xfrm>
                  <a:off x="2474304" y="4042511"/>
                  <a:ext cx="336462" cy="1105422"/>
                </a:xfrm>
                <a:prstGeom prst="roundRect">
                  <a:avLst/>
                </a:prstGeom>
                <a:solidFill>
                  <a:schemeClr val="bg1">
                    <a:lumMod val="85000"/>
                  </a:schemeClr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5" name="사각형: 둥근 모서리 114">
                  <a:extLst>
                    <a:ext uri="{FF2B5EF4-FFF2-40B4-BE49-F238E27FC236}">
                      <a16:creationId xmlns:a16="http://schemas.microsoft.com/office/drawing/2014/main" id="{A0D7C719-3A4F-42B4-A1FA-27258F248B03}"/>
                    </a:ext>
                  </a:extLst>
                </p:cNvPr>
                <p:cNvSpPr/>
                <p:nvPr/>
              </p:nvSpPr>
              <p:spPr>
                <a:xfrm>
                  <a:off x="2474304" y="5147933"/>
                  <a:ext cx="336462" cy="936444"/>
                </a:xfrm>
                <a:prstGeom prst="roundRect">
                  <a:avLst/>
                </a:prstGeom>
                <a:solidFill>
                  <a:schemeClr val="bg1">
                    <a:lumMod val="85000"/>
                  </a:schemeClr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6" name="사각형: 둥근 모서리 115">
                  <a:extLst>
                    <a:ext uri="{FF2B5EF4-FFF2-40B4-BE49-F238E27FC236}">
                      <a16:creationId xmlns:a16="http://schemas.microsoft.com/office/drawing/2014/main" id="{4F4E4EC3-5810-4EEC-A000-E57484BD97E8}"/>
                    </a:ext>
                  </a:extLst>
                </p:cNvPr>
                <p:cNvSpPr/>
                <p:nvPr/>
              </p:nvSpPr>
              <p:spPr>
                <a:xfrm rot="16200000">
                  <a:off x="676385" y="2278421"/>
                  <a:ext cx="240636" cy="775381"/>
                </a:xfrm>
                <a:prstGeom prst="roundRect">
                  <a:avLst/>
                </a:prstGeom>
                <a:solidFill>
                  <a:schemeClr val="bg1">
                    <a:lumMod val="85000"/>
                  </a:schemeClr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7" name="사각형: 둥근 모서리 116">
                  <a:extLst>
                    <a:ext uri="{FF2B5EF4-FFF2-40B4-BE49-F238E27FC236}">
                      <a16:creationId xmlns:a16="http://schemas.microsoft.com/office/drawing/2014/main" id="{34051A0F-0D2A-4195-AED1-6547805683E0}"/>
                    </a:ext>
                  </a:extLst>
                </p:cNvPr>
                <p:cNvSpPr/>
                <p:nvPr/>
              </p:nvSpPr>
              <p:spPr>
                <a:xfrm rot="16200000">
                  <a:off x="1451765" y="2272757"/>
                  <a:ext cx="240636" cy="775381"/>
                </a:xfrm>
                <a:prstGeom prst="roundRect">
                  <a:avLst/>
                </a:prstGeom>
                <a:solidFill>
                  <a:schemeClr val="bg1">
                    <a:lumMod val="85000"/>
                  </a:schemeClr>
                </a:solidFill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149" name="직선 연결선 148">
                  <a:extLst>
                    <a:ext uri="{FF2B5EF4-FFF2-40B4-BE49-F238E27FC236}">
                      <a16:creationId xmlns:a16="http://schemas.microsoft.com/office/drawing/2014/main" id="{AF746DAD-79C1-4D72-A514-605D7ECBC5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83969" y="1887061"/>
                  <a:ext cx="0" cy="465762"/>
                </a:xfrm>
                <a:prstGeom prst="line">
                  <a:avLst/>
                </a:prstGeom>
                <a:ln w="762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" name="직선 연결선 149">
                  <a:extLst>
                    <a:ext uri="{FF2B5EF4-FFF2-40B4-BE49-F238E27FC236}">
                      <a16:creationId xmlns:a16="http://schemas.microsoft.com/office/drawing/2014/main" id="{51F31830-8A34-472C-893B-3F1B997388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85645" y="2540128"/>
                  <a:ext cx="0" cy="1377251"/>
                </a:xfrm>
                <a:prstGeom prst="line">
                  <a:avLst/>
                </a:prstGeom>
                <a:ln w="762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" name="직선 연결선 150">
                  <a:extLst>
                    <a:ext uri="{FF2B5EF4-FFF2-40B4-BE49-F238E27FC236}">
                      <a16:creationId xmlns:a16="http://schemas.microsoft.com/office/drawing/2014/main" id="{EB56915E-0977-412E-8FDD-5A426FEFF9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78256" y="4099407"/>
                  <a:ext cx="0" cy="915267"/>
                </a:xfrm>
                <a:prstGeom prst="line">
                  <a:avLst/>
                </a:prstGeom>
                <a:ln w="762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" name="직선 연결선 151">
                  <a:extLst>
                    <a:ext uri="{FF2B5EF4-FFF2-40B4-BE49-F238E27FC236}">
                      <a16:creationId xmlns:a16="http://schemas.microsoft.com/office/drawing/2014/main" id="{2D823DD6-BBBE-48E0-9C4A-0D5160C43C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78256" y="5147933"/>
                  <a:ext cx="0" cy="820938"/>
                </a:xfrm>
                <a:prstGeom prst="line">
                  <a:avLst/>
                </a:prstGeom>
                <a:ln w="762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" name="직선 연결선 152">
                  <a:extLst>
                    <a:ext uri="{FF2B5EF4-FFF2-40B4-BE49-F238E27FC236}">
                      <a16:creationId xmlns:a16="http://schemas.microsoft.com/office/drawing/2014/main" id="{5E36ED6E-2F49-441F-8D17-8F2518E085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52390" y="4099407"/>
                  <a:ext cx="0" cy="915267"/>
                </a:xfrm>
                <a:prstGeom prst="line">
                  <a:avLst/>
                </a:prstGeom>
                <a:ln w="762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" name="직선 연결선 153">
                  <a:extLst>
                    <a:ext uri="{FF2B5EF4-FFF2-40B4-BE49-F238E27FC236}">
                      <a16:creationId xmlns:a16="http://schemas.microsoft.com/office/drawing/2014/main" id="{5AFE8450-1B81-4064-A860-2920CD2A8C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52390" y="5147933"/>
                  <a:ext cx="0" cy="820938"/>
                </a:xfrm>
                <a:prstGeom prst="line">
                  <a:avLst/>
                </a:prstGeom>
                <a:ln w="762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5" name="직선 연결선 154">
                  <a:extLst>
                    <a:ext uri="{FF2B5EF4-FFF2-40B4-BE49-F238E27FC236}">
                      <a16:creationId xmlns:a16="http://schemas.microsoft.com/office/drawing/2014/main" id="{4AC4AEDB-734E-4ABB-A149-AD5ED30DE6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282305" y="2681907"/>
                  <a:ext cx="579554" cy="0"/>
                </a:xfrm>
                <a:prstGeom prst="line">
                  <a:avLst/>
                </a:prstGeom>
                <a:ln w="762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6" name="직선 연결선 155">
                  <a:extLst>
                    <a:ext uri="{FF2B5EF4-FFF2-40B4-BE49-F238E27FC236}">
                      <a16:creationId xmlns:a16="http://schemas.microsoft.com/office/drawing/2014/main" id="{85E29843-FE99-49B8-BC2A-5272BEB417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26768" y="2681907"/>
                  <a:ext cx="579554" cy="0"/>
                </a:xfrm>
                <a:prstGeom prst="line">
                  <a:avLst/>
                </a:prstGeom>
                <a:ln w="762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7" name="타원 156">
                  <a:extLst>
                    <a:ext uri="{FF2B5EF4-FFF2-40B4-BE49-F238E27FC236}">
                      <a16:creationId xmlns:a16="http://schemas.microsoft.com/office/drawing/2014/main" id="{9DB40344-D694-4703-A53F-D6D1BD9B4190}"/>
                    </a:ext>
                  </a:extLst>
                </p:cNvPr>
                <p:cNvSpPr/>
                <p:nvPr/>
              </p:nvSpPr>
              <p:spPr>
                <a:xfrm>
                  <a:off x="1106322" y="2576701"/>
                  <a:ext cx="178818" cy="178818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58" name="타원 157">
                  <a:extLst>
                    <a:ext uri="{FF2B5EF4-FFF2-40B4-BE49-F238E27FC236}">
                      <a16:creationId xmlns:a16="http://schemas.microsoft.com/office/drawing/2014/main" id="{2FDEF483-0714-4886-AB99-86DAF6A6522E}"/>
                    </a:ext>
                  </a:extLst>
                </p:cNvPr>
                <p:cNvSpPr/>
                <p:nvPr/>
              </p:nvSpPr>
              <p:spPr>
                <a:xfrm>
                  <a:off x="1934941" y="2497223"/>
                  <a:ext cx="217571" cy="217571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59" name="타원 158">
                  <a:extLst>
                    <a:ext uri="{FF2B5EF4-FFF2-40B4-BE49-F238E27FC236}">
                      <a16:creationId xmlns:a16="http://schemas.microsoft.com/office/drawing/2014/main" id="{C8CC5BE6-D6E8-4ABA-85F5-E6099840564E}"/>
                    </a:ext>
                  </a:extLst>
                </p:cNvPr>
                <p:cNvSpPr/>
                <p:nvPr/>
              </p:nvSpPr>
              <p:spPr>
                <a:xfrm>
                  <a:off x="2275184" y="2388438"/>
                  <a:ext cx="217571" cy="217571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60" name="타원 159">
                  <a:extLst>
                    <a:ext uri="{FF2B5EF4-FFF2-40B4-BE49-F238E27FC236}">
                      <a16:creationId xmlns:a16="http://schemas.microsoft.com/office/drawing/2014/main" id="{3D96902F-81BB-4B3D-85F5-B13B3BED6F6B}"/>
                    </a:ext>
                  </a:extLst>
                </p:cNvPr>
                <p:cNvSpPr/>
                <p:nvPr/>
              </p:nvSpPr>
              <p:spPr>
                <a:xfrm>
                  <a:off x="2090205" y="3864740"/>
                  <a:ext cx="217571" cy="217571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61" name="타원 160">
                  <a:extLst>
                    <a:ext uri="{FF2B5EF4-FFF2-40B4-BE49-F238E27FC236}">
                      <a16:creationId xmlns:a16="http://schemas.microsoft.com/office/drawing/2014/main" id="{C1E479EF-2A58-4746-8DF5-B55C3BD6331B}"/>
                    </a:ext>
                  </a:extLst>
                </p:cNvPr>
                <p:cNvSpPr/>
                <p:nvPr/>
              </p:nvSpPr>
              <p:spPr>
                <a:xfrm>
                  <a:off x="2477895" y="3849241"/>
                  <a:ext cx="217571" cy="217571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62" name="타원 161">
                  <a:extLst>
                    <a:ext uri="{FF2B5EF4-FFF2-40B4-BE49-F238E27FC236}">
                      <a16:creationId xmlns:a16="http://schemas.microsoft.com/office/drawing/2014/main" id="{83DD4FAD-E068-477C-9427-98A79854BEB7}"/>
                    </a:ext>
                  </a:extLst>
                </p:cNvPr>
                <p:cNvSpPr/>
                <p:nvPr/>
              </p:nvSpPr>
              <p:spPr>
                <a:xfrm>
                  <a:off x="2019859" y="4970163"/>
                  <a:ext cx="217571" cy="217571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63" name="타원 162">
                  <a:extLst>
                    <a:ext uri="{FF2B5EF4-FFF2-40B4-BE49-F238E27FC236}">
                      <a16:creationId xmlns:a16="http://schemas.microsoft.com/office/drawing/2014/main" id="{E88E2680-4CB4-42E8-A24D-3861097EBC24}"/>
                    </a:ext>
                  </a:extLst>
                </p:cNvPr>
                <p:cNvSpPr/>
                <p:nvPr/>
              </p:nvSpPr>
              <p:spPr>
                <a:xfrm>
                  <a:off x="2569471" y="4952422"/>
                  <a:ext cx="217571" cy="217571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8AE7353F-32CC-43E8-80B1-BC4385137B4C}"/>
              </a:ext>
            </a:extLst>
          </p:cNvPr>
          <p:cNvSpPr txBox="1"/>
          <p:nvPr/>
        </p:nvSpPr>
        <p:spPr>
          <a:xfrm>
            <a:off x="120316" y="1111374"/>
            <a:ext cx="85344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800" dirty="0">
                <a:latin typeface="+mn-lt"/>
              </a:rPr>
              <a:t>복사한 메시</a:t>
            </a:r>
            <a:r>
              <a:rPr lang="en-US" altLang="ko-KR" sz="1800" dirty="0">
                <a:latin typeface="+mn-lt"/>
              </a:rPr>
              <a:t>(patch)</a:t>
            </a:r>
            <a:r>
              <a:rPr lang="ko-KR" altLang="en-US" sz="1800" dirty="0">
                <a:latin typeface="+mn-lt"/>
              </a:rPr>
              <a:t>에는 </a:t>
            </a:r>
            <a:r>
              <a:rPr lang="ko-KR" altLang="en-US" dirty="0"/>
              <a:t>두 종류의 정점이 존재</a:t>
            </a:r>
            <a:r>
              <a:rPr lang="en-US" altLang="ko-KR" dirty="0"/>
              <a:t>.</a:t>
            </a:r>
          </a:p>
          <a:p>
            <a:pPr algn="l"/>
            <a:endParaRPr lang="en-US" altLang="ko-KR" sz="14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ko-KR" altLang="en-US" sz="1800" dirty="0">
                <a:latin typeface="+mn-lt"/>
              </a:rPr>
              <a:t>절단면에 의해 새로 생긴 정점</a:t>
            </a:r>
            <a:endParaRPr lang="en-US" altLang="ko-KR" sz="1800" dirty="0">
              <a:latin typeface="+mn-lt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ko-KR" altLang="en-US" sz="1800" dirty="0">
                <a:latin typeface="+mn-lt"/>
              </a:rPr>
              <a:t>원래 있던 정점</a:t>
            </a:r>
            <a:endParaRPr lang="en-US" altLang="ko-KR" sz="1800" dirty="0">
              <a:latin typeface="+mn-lt"/>
            </a:endParaRPr>
          </a:p>
        </p:txBody>
      </p: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8976DDA7-3A19-4731-BAC8-A8E39651989B}"/>
              </a:ext>
            </a:extLst>
          </p:cNvPr>
          <p:cNvGrpSpPr/>
          <p:nvPr/>
        </p:nvGrpSpPr>
        <p:grpSpPr>
          <a:xfrm>
            <a:off x="4537837" y="2390617"/>
            <a:ext cx="1696600" cy="434864"/>
            <a:chOff x="575131" y="2915110"/>
            <a:chExt cx="1525605" cy="469160"/>
          </a:xfrm>
        </p:grpSpPr>
        <p:sp>
          <p:nvSpPr>
            <p:cNvPr id="107" name="사각형: 둥근 모서리 106">
              <a:extLst>
                <a:ext uri="{FF2B5EF4-FFF2-40B4-BE49-F238E27FC236}">
                  <a16:creationId xmlns:a16="http://schemas.microsoft.com/office/drawing/2014/main" id="{3028E9E4-29E9-4A1A-9D4C-3397E3511CE1}"/>
                </a:ext>
              </a:extLst>
            </p:cNvPr>
            <p:cNvSpPr/>
            <p:nvPr/>
          </p:nvSpPr>
          <p:spPr>
            <a:xfrm>
              <a:off x="730843" y="2915110"/>
              <a:ext cx="1214754" cy="469160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2B81B17E-17B9-4239-A0BC-183170E8E906}"/>
                </a:ext>
              </a:extLst>
            </p:cNvPr>
            <p:cNvSpPr txBox="1"/>
            <p:nvPr/>
          </p:nvSpPr>
          <p:spPr>
            <a:xfrm>
              <a:off x="575131" y="2915110"/>
              <a:ext cx="1525605" cy="43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/>
                <a:t>기존 정점</a:t>
              </a:r>
              <a:endParaRPr lang="en-US" altLang="ko-KR" sz="1200" dirty="0"/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2DCC3042-7C5A-4AF5-BB58-5660962D8890}"/>
              </a:ext>
            </a:extLst>
          </p:cNvPr>
          <p:cNvSpPr txBox="1"/>
          <p:nvPr/>
        </p:nvSpPr>
        <p:spPr>
          <a:xfrm>
            <a:off x="3740216" y="5453490"/>
            <a:ext cx="3637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800" dirty="0">
                <a:latin typeface="+mn-lt"/>
              </a:rPr>
              <a:t>절단 시점의 위치로 가중치 고정</a:t>
            </a:r>
            <a:endParaRPr lang="en-US" altLang="ko-KR" sz="1800" dirty="0">
              <a:latin typeface="+mn-lt"/>
            </a:endParaRPr>
          </a:p>
        </p:txBody>
      </p: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50C3BB83-1435-4AE1-9062-14C48487DCDB}"/>
              </a:ext>
            </a:extLst>
          </p:cNvPr>
          <p:cNvGrpSpPr/>
          <p:nvPr/>
        </p:nvGrpSpPr>
        <p:grpSpPr>
          <a:xfrm>
            <a:off x="8654716" y="2399287"/>
            <a:ext cx="1696600" cy="434864"/>
            <a:chOff x="575131" y="2915110"/>
            <a:chExt cx="1525605" cy="469160"/>
          </a:xfrm>
        </p:grpSpPr>
        <p:sp>
          <p:nvSpPr>
            <p:cNvPr id="122" name="사각형: 둥근 모서리 121">
              <a:extLst>
                <a:ext uri="{FF2B5EF4-FFF2-40B4-BE49-F238E27FC236}">
                  <a16:creationId xmlns:a16="http://schemas.microsoft.com/office/drawing/2014/main" id="{56C0520D-EB7A-41B7-A775-F7CF71F46DB2}"/>
                </a:ext>
              </a:extLst>
            </p:cNvPr>
            <p:cNvSpPr/>
            <p:nvPr/>
          </p:nvSpPr>
          <p:spPr>
            <a:xfrm>
              <a:off x="730843" y="2915110"/>
              <a:ext cx="1214754" cy="469160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EF16169C-FC64-4B96-888E-8A5831BF132B}"/>
                </a:ext>
              </a:extLst>
            </p:cNvPr>
            <p:cNvSpPr txBox="1"/>
            <p:nvPr/>
          </p:nvSpPr>
          <p:spPr>
            <a:xfrm>
              <a:off x="575131" y="2915110"/>
              <a:ext cx="1525605" cy="43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/>
                <a:t>신규 정점</a:t>
              </a:r>
              <a:endParaRPr lang="en-US" altLang="ko-KR" sz="1200" dirty="0"/>
            </a:p>
          </p:txBody>
        </p:sp>
      </p:grpSp>
      <p:sp>
        <p:nvSpPr>
          <p:cNvPr id="125" name="TextBox 124">
            <a:extLst>
              <a:ext uri="{FF2B5EF4-FFF2-40B4-BE49-F238E27FC236}">
                <a16:creationId xmlns:a16="http://schemas.microsoft.com/office/drawing/2014/main" id="{C8B4C7C2-C840-4E14-9089-1CFA2F0ACAE7}"/>
              </a:ext>
            </a:extLst>
          </p:cNvPr>
          <p:cNvSpPr txBox="1"/>
          <p:nvPr/>
        </p:nvSpPr>
        <p:spPr>
          <a:xfrm>
            <a:off x="8108858" y="5453490"/>
            <a:ext cx="36375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800" dirty="0">
                <a:latin typeface="+mn-lt"/>
              </a:rPr>
              <a:t>Bone</a:t>
            </a:r>
            <a:r>
              <a:rPr lang="ko-KR" altLang="en-US" sz="1800" dirty="0">
                <a:latin typeface="+mn-lt"/>
              </a:rPr>
              <a:t>과 동기화</a:t>
            </a:r>
            <a:endParaRPr lang="en-US" altLang="ko-KR" sz="1800" dirty="0">
              <a:latin typeface="+mn-lt"/>
            </a:endParaRPr>
          </a:p>
          <a:p>
            <a:pPr algn="ctr"/>
            <a:r>
              <a:rPr lang="en-US" altLang="ko-KR" dirty="0"/>
              <a:t>(Bone </a:t>
            </a:r>
            <a:r>
              <a:rPr lang="ko-KR" altLang="en-US" dirty="0"/>
              <a:t>하나의 행렬을 그대로 따름</a:t>
            </a:r>
            <a:r>
              <a:rPr lang="en-US" altLang="ko-KR" dirty="0"/>
              <a:t>)</a:t>
            </a:r>
            <a:endParaRPr lang="en-US" altLang="ko-KR" sz="1800" dirty="0">
              <a:latin typeface="+mn-lt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DBB6D9C4-6424-4CAA-AA10-397710D5C08D}"/>
              </a:ext>
            </a:extLst>
          </p:cNvPr>
          <p:cNvSpPr txBox="1"/>
          <p:nvPr/>
        </p:nvSpPr>
        <p:spPr>
          <a:xfrm>
            <a:off x="9129294" y="3091243"/>
            <a:ext cx="7515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+mn-lt"/>
              </a:rPr>
              <a:t>절단면</a:t>
            </a:r>
            <a:endParaRPr lang="en-US" altLang="ko-KR" sz="1200" dirty="0">
              <a:latin typeface="+mn-lt"/>
            </a:endParaRPr>
          </a:p>
        </p:txBody>
      </p: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69168427-C5DC-46B0-94BF-D52791AFCCA2}"/>
              </a:ext>
            </a:extLst>
          </p:cNvPr>
          <p:cNvGrpSpPr/>
          <p:nvPr/>
        </p:nvGrpSpPr>
        <p:grpSpPr>
          <a:xfrm>
            <a:off x="4786157" y="3756384"/>
            <a:ext cx="2263126" cy="847347"/>
            <a:chOff x="10034045" y="4398845"/>
            <a:chExt cx="1592719" cy="596337"/>
          </a:xfrm>
        </p:grpSpPr>
        <p:sp>
          <p:nvSpPr>
            <p:cNvPr id="144" name="자유형: 도형 143">
              <a:extLst>
                <a:ext uri="{FF2B5EF4-FFF2-40B4-BE49-F238E27FC236}">
                  <a16:creationId xmlns:a16="http://schemas.microsoft.com/office/drawing/2014/main" id="{D411B2CC-FD7B-45F2-B5A2-9553449E8647}"/>
                </a:ext>
              </a:extLst>
            </p:cNvPr>
            <p:cNvSpPr/>
            <p:nvPr/>
          </p:nvSpPr>
          <p:spPr>
            <a:xfrm rot="2146737">
              <a:off x="10146746" y="4398845"/>
              <a:ext cx="666920" cy="240636"/>
            </a:xfrm>
            <a:custGeom>
              <a:avLst/>
              <a:gdLst>
                <a:gd name="connsiteX0" fmla="*/ 0 w 427950"/>
                <a:gd name="connsiteY0" fmla="*/ 0 h 240636"/>
                <a:gd name="connsiteX1" fmla="*/ 414929 w 427950"/>
                <a:gd name="connsiteY1" fmla="*/ 0 h 240636"/>
                <a:gd name="connsiteX2" fmla="*/ 417274 w 427950"/>
                <a:gd name="connsiteY2" fmla="*/ 7554 h 240636"/>
                <a:gd name="connsiteX3" fmla="*/ 427950 w 427950"/>
                <a:gd name="connsiteY3" fmla="*/ 113462 h 240636"/>
                <a:gd name="connsiteX4" fmla="*/ 417274 w 427950"/>
                <a:gd name="connsiteY4" fmla="*/ 219370 h 240636"/>
                <a:gd name="connsiteX5" fmla="*/ 410672 w 427950"/>
                <a:gd name="connsiteY5" fmla="*/ 240636 h 240636"/>
                <a:gd name="connsiteX6" fmla="*/ 0 w 427950"/>
                <a:gd name="connsiteY6" fmla="*/ 240636 h 240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7950" h="240636">
                  <a:moveTo>
                    <a:pt x="0" y="0"/>
                  </a:moveTo>
                  <a:lnTo>
                    <a:pt x="414929" y="0"/>
                  </a:lnTo>
                  <a:lnTo>
                    <a:pt x="417274" y="7554"/>
                  </a:lnTo>
                  <a:cubicBezTo>
                    <a:pt x="424274" y="41763"/>
                    <a:pt x="427950" y="77183"/>
                    <a:pt x="427950" y="113462"/>
                  </a:cubicBezTo>
                  <a:cubicBezTo>
                    <a:pt x="427950" y="149741"/>
                    <a:pt x="424274" y="185161"/>
                    <a:pt x="417274" y="219370"/>
                  </a:cubicBezTo>
                  <a:lnTo>
                    <a:pt x="410672" y="240636"/>
                  </a:lnTo>
                  <a:lnTo>
                    <a:pt x="0" y="240636"/>
                  </a:lnTo>
                  <a:close/>
                </a:path>
              </a:pathLst>
            </a:custGeom>
            <a:solidFill>
              <a:srgbClr val="D9D9D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grpSp>
          <p:nvGrpSpPr>
            <p:cNvPr id="145" name="그룹 144">
              <a:extLst>
                <a:ext uri="{FF2B5EF4-FFF2-40B4-BE49-F238E27FC236}">
                  <a16:creationId xmlns:a16="http://schemas.microsoft.com/office/drawing/2014/main" id="{B31F18E8-4152-4E80-82E3-5F5842447E0E}"/>
                </a:ext>
              </a:extLst>
            </p:cNvPr>
            <p:cNvGrpSpPr/>
            <p:nvPr/>
          </p:nvGrpSpPr>
          <p:grpSpPr>
            <a:xfrm rot="1332185">
              <a:off x="10034045" y="4669833"/>
              <a:ext cx="1592719" cy="325349"/>
              <a:chOff x="3721400" y="5313284"/>
              <a:chExt cx="1592719" cy="325349"/>
            </a:xfrm>
          </p:grpSpPr>
          <p:sp>
            <p:nvSpPr>
              <p:cNvPr id="146" name="사각형: 둥근 모서리 108">
                <a:extLst>
                  <a:ext uri="{FF2B5EF4-FFF2-40B4-BE49-F238E27FC236}">
                    <a16:creationId xmlns:a16="http://schemas.microsoft.com/office/drawing/2014/main" id="{FCDD80A5-34F0-4AEA-AA1B-80E85805F7F7}"/>
                  </a:ext>
                </a:extLst>
              </p:cNvPr>
              <p:cNvSpPr/>
              <p:nvPr/>
            </p:nvSpPr>
            <p:spPr>
              <a:xfrm rot="17075790">
                <a:off x="4718156" y="5042671"/>
                <a:ext cx="260393" cy="931532"/>
              </a:xfrm>
              <a:custGeom>
                <a:avLst/>
                <a:gdLst>
                  <a:gd name="connsiteX0" fmla="*/ 0 w 260393"/>
                  <a:gd name="connsiteY0" fmla="*/ 43400 h 1678474"/>
                  <a:gd name="connsiteX1" fmla="*/ 43400 w 260393"/>
                  <a:gd name="connsiteY1" fmla="*/ 0 h 1678474"/>
                  <a:gd name="connsiteX2" fmla="*/ 216993 w 260393"/>
                  <a:gd name="connsiteY2" fmla="*/ 0 h 1678474"/>
                  <a:gd name="connsiteX3" fmla="*/ 260393 w 260393"/>
                  <a:gd name="connsiteY3" fmla="*/ 43400 h 1678474"/>
                  <a:gd name="connsiteX4" fmla="*/ 260393 w 260393"/>
                  <a:gd name="connsiteY4" fmla="*/ 1635074 h 1678474"/>
                  <a:gd name="connsiteX5" fmla="*/ 216993 w 260393"/>
                  <a:gd name="connsiteY5" fmla="*/ 1678474 h 1678474"/>
                  <a:gd name="connsiteX6" fmla="*/ 43400 w 260393"/>
                  <a:gd name="connsiteY6" fmla="*/ 1678474 h 1678474"/>
                  <a:gd name="connsiteX7" fmla="*/ 0 w 260393"/>
                  <a:gd name="connsiteY7" fmla="*/ 1635074 h 1678474"/>
                  <a:gd name="connsiteX8" fmla="*/ 0 w 260393"/>
                  <a:gd name="connsiteY8" fmla="*/ 43400 h 1678474"/>
                  <a:gd name="connsiteX0" fmla="*/ 58089 w 260393"/>
                  <a:gd name="connsiteY0" fmla="*/ 77486 h 1678474"/>
                  <a:gd name="connsiteX1" fmla="*/ 43400 w 260393"/>
                  <a:gd name="connsiteY1" fmla="*/ 0 h 1678474"/>
                  <a:gd name="connsiteX2" fmla="*/ 216993 w 260393"/>
                  <a:gd name="connsiteY2" fmla="*/ 0 h 1678474"/>
                  <a:gd name="connsiteX3" fmla="*/ 260393 w 260393"/>
                  <a:gd name="connsiteY3" fmla="*/ 43400 h 1678474"/>
                  <a:gd name="connsiteX4" fmla="*/ 260393 w 260393"/>
                  <a:gd name="connsiteY4" fmla="*/ 1635074 h 1678474"/>
                  <a:gd name="connsiteX5" fmla="*/ 216993 w 260393"/>
                  <a:gd name="connsiteY5" fmla="*/ 1678474 h 1678474"/>
                  <a:gd name="connsiteX6" fmla="*/ 43400 w 260393"/>
                  <a:gd name="connsiteY6" fmla="*/ 1678474 h 1678474"/>
                  <a:gd name="connsiteX7" fmla="*/ 0 w 260393"/>
                  <a:gd name="connsiteY7" fmla="*/ 1635074 h 1678474"/>
                  <a:gd name="connsiteX8" fmla="*/ 58089 w 260393"/>
                  <a:gd name="connsiteY8" fmla="*/ 77486 h 1678474"/>
                  <a:gd name="connsiteX0" fmla="*/ 58089 w 260393"/>
                  <a:gd name="connsiteY0" fmla="*/ 77486 h 1678474"/>
                  <a:gd name="connsiteX1" fmla="*/ 43400 w 260393"/>
                  <a:gd name="connsiteY1" fmla="*/ 0 h 1678474"/>
                  <a:gd name="connsiteX2" fmla="*/ 190876 w 260393"/>
                  <a:gd name="connsiteY2" fmla="*/ 164284 h 1678474"/>
                  <a:gd name="connsiteX3" fmla="*/ 260393 w 260393"/>
                  <a:gd name="connsiteY3" fmla="*/ 43400 h 1678474"/>
                  <a:gd name="connsiteX4" fmla="*/ 260393 w 260393"/>
                  <a:gd name="connsiteY4" fmla="*/ 1635074 h 1678474"/>
                  <a:gd name="connsiteX5" fmla="*/ 216993 w 260393"/>
                  <a:gd name="connsiteY5" fmla="*/ 1678474 h 1678474"/>
                  <a:gd name="connsiteX6" fmla="*/ 43400 w 260393"/>
                  <a:gd name="connsiteY6" fmla="*/ 1678474 h 1678474"/>
                  <a:gd name="connsiteX7" fmla="*/ 0 w 260393"/>
                  <a:gd name="connsiteY7" fmla="*/ 1635074 h 1678474"/>
                  <a:gd name="connsiteX8" fmla="*/ 58089 w 260393"/>
                  <a:gd name="connsiteY8" fmla="*/ 77486 h 1678474"/>
                  <a:gd name="connsiteX0" fmla="*/ 58089 w 260393"/>
                  <a:gd name="connsiteY0" fmla="*/ 77486 h 1678474"/>
                  <a:gd name="connsiteX1" fmla="*/ 43400 w 260393"/>
                  <a:gd name="connsiteY1" fmla="*/ 0 h 1678474"/>
                  <a:gd name="connsiteX2" fmla="*/ 190876 w 260393"/>
                  <a:gd name="connsiteY2" fmla="*/ 164284 h 1678474"/>
                  <a:gd name="connsiteX3" fmla="*/ 212193 w 260393"/>
                  <a:gd name="connsiteY3" fmla="*/ 311862 h 1678474"/>
                  <a:gd name="connsiteX4" fmla="*/ 260393 w 260393"/>
                  <a:gd name="connsiteY4" fmla="*/ 1635074 h 1678474"/>
                  <a:gd name="connsiteX5" fmla="*/ 216993 w 260393"/>
                  <a:gd name="connsiteY5" fmla="*/ 1678474 h 1678474"/>
                  <a:gd name="connsiteX6" fmla="*/ 43400 w 260393"/>
                  <a:gd name="connsiteY6" fmla="*/ 1678474 h 1678474"/>
                  <a:gd name="connsiteX7" fmla="*/ 0 w 260393"/>
                  <a:gd name="connsiteY7" fmla="*/ 1635074 h 1678474"/>
                  <a:gd name="connsiteX8" fmla="*/ 58089 w 260393"/>
                  <a:gd name="connsiteY8" fmla="*/ 77486 h 1678474"/>
                  <a:gd name="connsiteX0" fmla="*/ 107345 w 260393"/>
                  <a:gd name="connsiteY0" fmla="*/ 153241 h 1678474"/>
                  <a:gd name="connsiteX1" fmla="*/ 43400 w 260393"/>
                  <a:gd name="connsiteY1" fmla="*/ 0 h 1678474"/>
                  <a:gd name="connsiteX2" fmla="*/ 190876 w 260393"/>
                  <a:gd name="connsiteY2" fmla="*/ 164284 h 1678474"/>
                  <a:gd name="connsiteX3" fmla="*/ 212193 w 260393"/>
                  <a:gd name="connsiteY3" fmla="*/ 311862 h 1678474"/>
                  <a:gd name="connsiteX4" fmla="*/ 260393 w 260393"/>
                  <a:gd name="connsiteY4" fmla="*/ 1635074 h 1678474"/>
                  <a:gd name="connsiteX5" fmla="*/ 216993 w 260393"/>
                  <a:gd name="connsiteY5" fmla="*/ 1678474 h 1678474"/>
                  <a:gd name="connsiteX6" fmla="*/ 43400 w 260393"/>
                  <a:gd name="connsiteY6" fmla="*/ 1678474 h 1678474"/>
                  <a:gd name="connsiteX7" fmla="*/ 0 w 260393"/>
                  <a:gd name="connsiteY7" fmla="*/ 1635074 h 1678474"/>
                  <a:gd name="connsiteX8" fmla="*/ 107345 w 260393"/>
                  <a:gd name="connsiteY8" fmla="*/ 153241 h 1678474"/>
                  <a:gd name="connsiteX0" fmla="*/ 91214 w 260393"/>
                  <a:gd name="connsiteY0" fmla="*/ 393667 h 1678474"/>
                  <a:gd name="connsiteX1" fmla="*/ 43400 w 260393"/>
                  <a:gd name="connsiteY1" fmla="*/ 0 h 1678474"/>
                  <a:gd name="connsiteX2" fmla="*/ 190876 w 260393"/>
                  <a:gd name="connsiteY2" fmla="*/ 164284 h 1678474"/>
                  <a:gd name="connsiteX3" fmla="*/ 212193 w 260393"/>
                  <a:gd name="connsiteY3" fmla="*/ 311862 h 1678474"/>
                  <a:gd name="connsiteX4" fmla="*/ 260393 w 260393"/>
                  <a:gd name="connsiteY4" fmla="*/ 1635074 h 1678474"/>
                  <a:gd name="connsiteX5" fmla="*/ 216993 w 260393"/>
                  <a:gd name="connsiteY5" fmla="*/ 1678474 h 1678474"/>
                  <a:gd name="connsiteX6" fmla="*/ 43400 w 260393"/>
                  <a:gd name="connsiteY6" fmla="*/ 1678474 h 1678474"/>
                  <a:gd name="connsiteX7" fmla="*/ 0 w 260393"/>
                  <a:gd name="connsiteY7" fmla="*/ 1635074 h 1678474"/>
                  <a:gd name="connsiteX8" fmla="*/ 91214 w 260393"/>
                  <a:gd name="connsiteY8" fmla="*/ 393667 h 1678474"/>
                  <a:gd name="connsiteX0" fmla="*/ 91214 w 260393"/>
                  <a:gd name="connsiteY0" fmla="*/ 250987 h 1535794"/>
                  <a:gd name="connsiteX1" fmla="*/ 100241 w 260393"/>
                  <a:gd name="connsiteY1" fmla="*/ 0 h 1535794"/>
                  <a:gd name="connsiteX2" fmla="*/ 190876 w 260393"/>
                  <a:gd name="connsiteY2" fmla="*/ 21604 h 1535794"/>
                  <a:gd name="connsiteX3" fmla="*/ 212193 w 260393"/>
                  <a:gd name="connsiteY3" fmla="*/ 169182 h 1535794"/>
                  <a:gd name="connsiteX4" fmla="*/ 260393 w 260393"/>
                  <a:gd name="connsiteY4" fmla="*/ 1492394 h 1535794"/>
                  <a:gd name="connsiteX5" fmla="*/ 216993 w 260393"/>
                  <a:gd name="connsiteY5" fmla="*/ 1535794 h 1535794"/>
                  <a:gd name="connsiteX6" fmla="*/ 43400 w 260393"/>
                  <a:gd name="connsiteY6" fmla="*/ 1535794 h 1535794"/>
                  <a:gd name="connsiteX7" fmla="*/ 0 w 260393"/>
                  <a:gd name="connsiteY7" fmla="*/ 1492394 h 1535794"/>
                  <a:gd name="connsiteX8" fmla="*/ 91214 w 260393"/>
                  <a:gd name="connsiteY8" fmla="*/ 250987 h 1535794"/>
                  <a:gd name="connsiteX0" fmla="*/ 32356 w 260393"/>
                  <a:gd name="connsiteY0" fmla="*/ 138359 h 1535794"/>
                  <a:gd name="connsiteX1" fmla="*/ 100241 w 260393"/>
                  <a:gd name="connsiteY1" fmla="*/ 0 h 1535794"/>
                  <a:gd name="connsiteX2" fmla="*/ 190876 w 260393"/>
                  <a:gd name="connsiteY2" fmla="*/ 21604 h 1535794"/>
                  <a:gd name="connsiteX3" fmla="*/ 212193 w 260393"/>
                  <a:gd name="connsiteY3" fmla="*/ 169182 h 1535794"/>
                  <a:gd name="connsiteX4" fmla="*/ 260393 w 260393"/>
                  <a:gd name="connsiteY4" fmla="*/ 1492394 h 1535794"/>
                  <a:gd name="connsiteX5" fmla="*/ 216993 w 260393"/>
                  <a:gd name="connsiteY5" fmla="*/ 1535794 h 1535794"/>
                  <a:gd name="connsiteX6" fmla="*/ 43400 w 260393"/>
                  <a:gd name="connsiteY6" fmla="*/ 1535794 h 1535794"/>
                  <a:gd name="connsiteX7" fmla="*/ 0 w 260393"/>
                  <a:gd name="connsiteY7" fmla="*/ 1492394 h 1535794"/>
                  <a:gd name="connsiteX8" fmla="*/ 32356 w 260393"/>
                  <a:gd name="connsiteY8" fmla="*/ 138359 h 1535794"/>
                  <a:gd name="connsiteX0" fmla="*/ 32356 w 260393"/>
                  <a:gd name="connsiteY0" fmla="*/ 230918 h 1628353"/>
                  <a:gd name="connsiteX1" fmla="*/ 115507 w 260393"/>
                  <a:gd name="connsiteY1" fmla="*/ 0 h 1628353"/>
                  <a:gd name="connsiteX2" fmla="*/ 190876 w 260393"/>
                  <a:gd name="connsiteY2" fmla="*/ 114163 h 1628353"/>
                  <a:gd name="connsiteX3" fmla="*/ 212193 w 260393"/>
                  <a:gd name="connsiteY3" fmla="*/ 261741 h 1628353"/>
                  <a:gd name="connsiteX4" fmla="*/ 260393 w 260393"/>
                  <a:gd name="connsiteY4" fmla="*/ 1584953 h 1628353"/>
                  <a:gd name="connsiteX5" fmla="*/ 216993 w 260393"/>
                  <a:gd name="connsiteY5" fmla="*/ 1628353 h 1628353"/>
                  <a:gd name="connsiteX6" fmla="*/ 43400 w 260393"/>
                  <a:gd name="connsiteY6" fmla="*/ 1628353 h 1628353"/>
                  <a:gd name="connsiteX7" fmla="*/ 0 w 260393"/>
                  <a:gd name="connsiteY7" fmla="*/ 1584953 h 1628353"/>
                  <a:gd name="connsiteX8" fmla="*/ 32356 w 260393"/>
                  <a:gd name="connsiteY8" fmla="*/ 230918 h 1628353"/>
                  <a:gd name="connsiteX0" fmla="*/ 32356 w 262461"/>
                  <a:gd name="connsiteY0" fmla="*/ 230918 h 1628353"/>
                  <a:gd name="connsiteX1" fmla="*/ 115507 w 262461"/>
                  <a:gd name="connsiteY1" fmla="*/ 0 h 1628353"/>
                  <a:gd name="connsiteX2" fmla="*/ 257415 w 262461"/>
                  <a:gd name="connsiteY2" fmla="*/ 67307 h 1628353"/>
                  <a:gd name="connsiteX3" fmla="*/ 212193 w 262461"/>
                  <a:gd name="connsiteY3" fmla="*/ 261741 h 1628353"/>
                  <a:gd name="connsiteX4" fmla="*/ 260393 w 262461"/>
                  <a:gd name="connsiteY4" fmla="*/ 1584953 h 1628353"/>
                  <a:gd name="connsiteX5" fmla="*/ 216993 w 262461"/>
                  <a:gd name="connsiteY5" fmla="*/ 1628353 h 1628353"/>
                  <a:gd name="connsiteX6" fmla="*/ 43400 w 262461"/>
                  <a:gd name="connsiteY6" fmla="*/ 1628353 h 1628353"/>
                  <a:gd name="connsiteX7" fmla="*/ 0 w 262461"/>
                  <a:gd name="connsiteY7" fmla="*/ 1584953 h 1628353"/>
                  <a:gd name="connsiteX8" fmla="*/ 32356 w 262461"/>
                  <a:gd name="connsiteY8" fmla="*/ 230918 h 1628353"/>
                  <a:gd name="connsiteX0" fmla="*/ 22370 w 262461"/>
                  <a:gd name="connsiteY0" fmla="*/ 154777 h 1628353"/>
                  <a:gd name="connsiteX1" fmla="*/ 115507 w 262461"/>
                  <a:gd name="connsiteY1" fmla="*/ 0 h 1628353"/>
                  <a:gd name="connsiteX2" fmla="*/ 257415 w 262461"/>
                  <a:gd name="connsiteY2" fmla="*/ 67307 h 1628353"/>
                  <a:gd name="connsiteX3" fmla="*/ 212193 w 262461"/>
                  <a:gd name="connsiteY3" fmla="*/ 261741 h 1628353"/>
                  <a:gd name="connsiteX4" fmla="*/ 260393 w 262461"/>
                  <a:gd name="connsiteY4" fmla="*/ 1584953 h 1628353"/>
                  <a:gd name="connsiteX5" fmla="*/ 216993 w 262461"/>
                  <a:gd name="connsiteY5" fmla="*/ 1628353 h 1628353"/>
                  <a:gd name="connsiteX6" fmla="*/ 43400 w 262461"/>
                  <a:gd name="connsiteY6" fmla="*/ 1628353 h 1628353"/>
                  <a:gd name="connsiteX7" fmla="*/ 0 w 262461"/>
                  <a:gd name="connsiteY7" fmla="*/ 1584953 h 1628353"/>
                  <a:gd name="connsiteX8" fmla="*/ 22370 w 262461"/>
                  <a:gd name="connsiteY8" fmla="*/ 154777 h 1628353"/>
                  <a:gd name="connsiteX0" fmla="*/ 22370 w 262461"/>
                  <a:gd name="connsiteY0" fmla="*/ 88044 h 1561620"/>
                  <a:gd name="connsiteX1" fmla="*/ 88910 w 262461"/>
                  <a:gd name="connsiteY1" fmla="*/ 599652 h 1561620"/>
                  <a:gd name="connsiteX2" fmla="*/ 257415 w 262461"/>
                  <a:gd name="connsiteY2" fmla="*/ 574 h 1561620"/>
                  <a:gd name="connsiteX3" fmla="*/ 212193 w 262461"/>
                  <a:gd name="connsiteY3" fmla="*/ 195008 h 1561620"/>
                  <a:gd name="connsiteX4" fmla="*/ 260393 w 262461"/>
                  <a:gd name="connsiteY4" fmla="*/ 1518220 h 1561620"/>
                  <a:gd name="connsiteX5" fmla="*/ 216993 w 262461"/>
                  <a:gd name="connsiteY5" fmla="*/ 1561620 h 1561620"/>
                  <a:gd name="connsiteX6" fmla="*/ 43400 w 262461"/>
                  <a:gd name="connsiteY6" fmla="*/ 1561620 h 1561620"/>
                  <a:gd name="connsiteX7" fmla="*/ 0 w 262461"/>
                  <a:gd name="connsiteY7" fmla="*/ 1518220 h 1561620"/>
                  <a:gd name="connsiteX8" fmla="*/ 22370 w 262461"/>
                  <a:gd name="connsiteY8" fmla="*/ 88044 h 1561620"/>
                  <a:gd name="connsiteX0" fmla="*/ 22370 w 264964"/>
                  <a:gd name="connsiteY0" fmla="*/ 88044 h 1561620"/>
                  <a:gd name="connsiteX1" fmla="*/ 88910 w 264964"/>
                  <a:gd name="connsiteY1" fmla="*/ 599652 h 1561620"/>
                  <a:gd name="connsiteX2" fmla="*/ 257415 w 264964"/>
                  <a:gd name="connsiteY2" fmla="*/ 574 h 1561620"/>
                  <a:gd name="connsiteX3" fmla="*/ 240613 w 264964"/>
                  <a:gd name="connsiteY3" fmla="*/ 896279 h 1561620"/>
                  <a:gd name="connsiteX4" fmla="*/ 260393 w 264964"/>
                  <a:gd name="connsiteY4" fmla="*/ 1518220 h 1561620"/>
                  <a:gd name="connsiteX5" fmla="*/ 216993 w 264964"/>
                  <a:gd name="connsiteY5" fmla="*/ 1561620 h 1561620"/>
                  <a:gd name="connsiteX6" fmla="*/ 43400 w 264964"/>
                  <a:gd name="connsiteY6" fmla="*/ 1561620 h 1561620"/>
                  <a:gd name="connsiteX7" fmla="*/ 0 w 264964"/>
                  <a:gd name="connsiteY7" fmla="*/ 1518220 h 1561620"/>
                  <a:gd name="connsiteX8" fmla="*/ 22370 w 264964"/>
                  <a:gd name="connsiteY8" fmla="*/ 88044 h 1561620"/>
                  <a:gd name="connsiteX0" fmla="*/ 22370 w 260393"/>
                  <a:gd name="connsiteY0" fmla="*/ 782 h 1474358"/>
                  <a:gd name="connsiteX1" fmla="*/ 88910 w 260393"/>
                  <a:gd name="connsiteY1" fmla="*/ 512390 h 1474358"/>
                  <a:gd name="connsiteX2" fmla="*/ 213311 w 260393"/>
                  <a:gd name="connsiteY2" fmla="*/ 600662 h 1474358"/>
                  <a:gd name="connsiteX3" fmla="*/ 240613 w 260393"/>
                  <a:gd name="connsiteY3" fmla="*/ 809017 h 1474358"/>
                  <a:gd name="connsiteX4" fmla="*/ 260393 w 260393"/>
                  <a:gd name="connsiteY4" fmla="*/ 1430958 h 1474358"/>
                  <a:gd name="connsiteX5" fmla="*/ 216993 w 260393"/>
                  <a:gd name="connsiteY5" fmla="*/ 1474358 h 1474358"/>
                  <a:gd name="connsiteX6" fmla="*/ 43400 w 260393"/>
                  <a:gd name="connsiteY6" fmla="*/ 1474358 h 1474358"/>
                  <a:gd name="connsiteX7" fmla="*/ 0 w 260393"/>
                  <a:gd name="connsiteY7" fmla="*/ 1430958 h 1474358"/>
                  <a:gd name="connsiteX8" fmla="*/ 22370 w 260393"/>
                  <a:gd name="connsiteY8" fmla="*/ 782 h 1474358"/>
                  <a:gd name="connsiteX0" fmla="*/ 14752 w 260393"/>
                  <a:gd name="connsiteY0" fmla="*/ 126869 h 961968"/>
                  <a:gd name="connsiteX1" fmla="*/ 88910 w 260393"/>
                  <a:gd name="connsiteY1" fmla="*/ 0 h 961968"/>
                  <a:gd name="connsiteX2" fmla="*/ 213311 w 260393"/>
                  <a:gd name="connsiteY2" fmla="*/ 88272 h 961968"/>
                  <a:gd name="connsiteX3" fmla="*/ 240613 w 260393"/>
                  <a:gd name="connsiteY3" fmla="*/ 296627 h 961968"/>
                  <a:gd name="connsiteX4" fmla="*/ 260393 w 260393"/>
                  <a:gd name="connsiteY4" fmla="*/ 918568 h 961968"/>
                  <a:gd name="connsiteX5" fmla="*/ 216993 w 260393"/>
                  <a:gd name="connsiteY5" fmla="*/ 961968 h 961968"/>
                  <a:gd name="connsiteX6" fmla="*/ 43400 w 260393"/>
                  <a:gd name="connsiteY6" fmla="*/ 961968 h 961968"/>
                  <a:gd name="connsiteX7" fmla="*/ 0 w 260393"/>
                  <a:gd name="connsiteY7" fmla="*/ 918568 h 961968"/>
                  <a:gd name="connsiteX8" fmla="*/ 14752 w 260393"/>
                  <a:gd name="connsiteY8" fmla="*/ 126869 h 961968"/>
                  <a:gd name="connsiteX0" fmla="*/ 14752 w 260393"/>
                  <a:gd name="connsiteY0" fmla="*/ 80653 h 915752"/>
                  <a:gd name="connsiteX1" fmla="*/ 87822 w 260393"/>
                  <a:gd name="connsiteY1" fmla="*/ 0 h 915752"/>
                  <a:gd name="connsiteX2" fmla="*/ 213311 w 260393"/>
                  <a:gd name="connsiteY2" fmla="*/ 42056 h 915752"/>
                  <a:gd name="connsiteX3" fmla="*/ 240613 w 260393"/>
                  <a:gd name="connsiteY3" fmla="*/ 250411 h 915752"/>
                  <a:gd name="connsiteX4" fmla="*/ 260393 w 260393"/>
                  <a:gd name="connsiteY4" fmla="*/ 872352 h 915752"/>
                  <a:gd name="connsiteX5" fmla="*/ 216993 w 260393"/>
                  <a:gd name="connsiteY5" fmla="*/ 915752 h 915752"/>
                  <a:gd name="connsiteX6" fmla="*/ 43400 w 260393"/>
                  <a:gd name="connsiteY6" fmla="*/ 915752 h 915752"/>
                  <a:gd name="connsiteX7" fmla="*/ 0 w 260393"/>
                  <a:gd name="connsiteY7" fmla="*/ 872352 h 915752"/>
                  <a:gd name="connsiteX8" fmla="*/ 14752 w 260393"/>
                  <a:gd name="connsiteY8" fmla="*/ 80653 h 915752"/>
                  <a:gd name="connsiteX0" fmla="*/ 0 w 272109"/>
                  <a:gd name="connsiteY0" fmla="*/ 130198 h 915752"/>
                  <a:gd name="connsiteX1" fmla="*/ 99538 w 272109"/>
                  <a:gd name="connsiteY1" fmla="*/ 0 h 915752"/>
                  <a:gd name="connsiteX2" fmla="*/ 225027 w 272109"/>
                  <a:gd name="connsiteY2" fmla="*/ 42056 h 915752"/>
                  <a:gd name="connsiteX3" fmla="*/ 252329 w 272109"/>
                  <a:gd name="connsiteY3" fmla="*/ 250411 h 915752"/>
                  <a:gd name="connsiteX4" fmla="*/ 272109 w 272109"/>
                  <a:gd name="connsiteY4" fmla="*/ 872352 h 915752"/>
                  <a:gd name="connsiteX5" fmla="*/ 228709 w 272109"/>
                  <a:gd name="connsiteY5" fmla="*/ 915752 h 915752"/>
                  <a:gd name="connsiteX6" fmla="*/ 55116 w 272109"/>
                  <a:gd name="connsiteY6" fmla="*/ 915752 h 915752"/>
                  <a:gd name="connsiteX7" fmla="*/ 11716 w 272109"/>
                  <a:gd name="connsiteY7" fmla="*/ 872352 h 915752"/>
                  <a:gd name="connsiteX8" fmla="*/ 0 w 272109"/>
                  <a:gd name="connsiteY8" fmla="*/ 130198 h 915752"/>
                  <a:gd name="connsiteX0" fmla="*/ 0 w 272109"/>
                  <a:gd name="connsiteY0" fmla="*/ 94285 h 879839"/>
                  <a:gd name="connsiteX1" fmla="*/ 52234 w 272109"/>
                  <a:gd name="connsiteY1" fmla="*/ 9214 h 879839"/>
                  <a:gd name="connsiteX2" fmla="*/ 225027 w 272109"/>
                  <a:gd name="connsiteY2" fmla="*/ 6143 h 879839"/>
                  <a:gd name="connsiteX3" fmla="*/ 252329 w 272109"/>
                  <a:gd name="connsiteY3" fmla="*/ 214498 h 879839"/>
                  <a:gd name="connsiteX4" fmla="*/ 272109 w 272109"/>
                  <a:gd name="connsiteY4" fmla="*/ 836439 h 879839"/>
                  <a:gd name="connsiteX5" fmla="*/ 228709 w 272109"/>
                  <a:gd name="connsiteY5" fmla="*/ 879839 h 879839"/>
                  <a:gd name="connsiteX6" fmla="*/ 55116 w 272109"/>
                  <a:gd name="connsiteY6" fmla="*/ 879839 h 879839"/>
                  <a:gd name="connsiteX7" fmla="*/ 11716 w 272109"/>
                  <a:gd name="connsiteY7" fmla="*/ 836439 h 879839"/>
                  <a:gd name="connsiteX8" fmla="*/ 0 w 272109"/>
                  <a:gd name="connsiteY8" fmla="*/ 94285 h 879839"/>
                  <a:gd name="connsiteX0" fmla="*/ 0 w 272109"/>
                  <a:gd name="connsiteY0" fmla="*/ 85071 h 870625"/>
                  <a:gd name="connsiteX1" fmla="*/ 52234 w 272109"/>
                  <a:gd name="connsiteY1" fmla="*/ 0 h 870625"/>
                  <a:gd name="connsiteX2" fmla="*/ 172794 w 272109"/>
                  <a:gd name="connsiteY2" fmla="*/ 10532 h 870625"/>
                  <a:gd name="connsiteX3" fmla="*/ 252329 w 272109"/>
                  <a:gd name="connsiteY3" fmla="*/ 205284 h 870625"/>
                  <a:gd name="connsiteX4" fmla="*/ 272109 w 272109"/>
                  <a:gd name="connsiteY4" fmla="*/ 827225 h 870625"/>
                  <a:gd name="connsiteX5" fmla="*/ 228709 w 272109"/>
                  <a:gd name="connsiteY5" fmla="*/ 870625 h 870625"/>
                  <a:gd name="connsiteX6" fmla="*/ 55116 w 272109"/>
                  <a:gd name="connsiteY6" fmla="*/ 870625 h 870625"/>
                  <a:gd name="connsiteX7" fmla="*/ 11716 w 272109"/>
                  <a:gd name="connsiteY7" fmla="*/ 827225 h 870625"/>
                  <a:gd name="connsiteX8" fmla="*/ 0 w 272109"/>
                  <a:gd name="connsiteY8" fmla="*/ 85071 h 870625"/>
                  <a:gd name="connsiteX0" fmla="*/ 0 w 272109"/>
                  <a:gd name="connsiteY0" fmla="*/ 145978 h 931532"/>
                  <a:gd name="connsiteX1" fmla="*/ 59339 w 272109"/>
                  <a:gd name="connsiteY1" fmla="*/ 0 h 931532"/>
                  <a:gd name="connsiteX2" fmla="*/ 172794 w 272109"/>
                  <a:gd name="connsiteY2" fmla="*/ 71439 h 931532"/>
                  <a:gd name="connsiteX3" fmla="*/ 252329 w 272109"/>
                  <a:gd name="connsiteY3" fmla="*/ 266191 h 931532"/>
                  <a:gd name="connsiteX4" fmla="*/ 272109 w 272109"/>
                  <a:gd name="connsiteY4" fmla="*/ 888132 h 931532"/>
                  <a:gd name="connsiteX5" fmla="*/ 228709 w 272109"/>
                  <a:gd name="connsiteY5" fmla="*/ 931532 h 931532"/>
                  <a:gd name="connsiteX6" fmla="*/ 55116 w 272109"/>
                  <a:gd name="connsiteY6" fmla="*/ 931532 h 931532"/>
                  <a:gd name="connsiteX7" fmla="*/ 11716 w 272109"/>
                  <a:gd name="connsiteY7" fmla="*/ 888132 h 931532"/>
                  <a:gd name="connsiteX8" fmla="*/ 0 w 272109"/>
                  <a:gd name="connsiteY8" fmla="*/ 145978 h 931532"/>
                  <a:gd name="connsiteX0" fmla="*/ 0 w 272109"/>
                  <a:gd name="connsiteY0" fmla="*/ 145978 h 931532"/>
                  <a:gd name="connsiteX1" fmla="*/ 59339 w 272109"/>
                  <a:gd name="connsiteY1" fmla="*/ 0 h 931532"/>
                  <a:gd name="connsiteX2" fmla="*/ 195390 w 272109"/>
                  <a:gd name="connsiteY2" fmla="*/ 19622 h 931532"/>
                  <a:gd name="connsiteX3" fmla="*/ 252329 w 272109"/>
                  <a:gd name="connsiteY3" fmla="*/ 266191 h 931532"/>
                  <a:gd name="connsiteX4" fmla="*/ 272109 w 272109"/>
                  <a:gd name="connsiteY4" fmla="*/ 888132 h 931532"/>
                  <a:gd name="connsiteX5" fmla="*/ 228709 w 272109"/>
                  <a:gd name="connsiteY5" fmla="*/ 931532 h 931532"/>
                  <a:gd name="connsiteX6" fmla="*/ 55116 w 272109"/>
                  <a:gd name="connsiteY6" fmla="*/ 931532 h 931532"/>
                  <a:gd name="connsiteX7" fmla="*/ 11716 w 272109"/>
                  <a:gd name="connsiteY7" fmla="*/ 888132 h 931532"/>
                  <a:gd name="connsiteX8" fmla="*/ 0 w 272109"/>
                  <a:gd name="connsiteY8" fmla="*/ 145978 h 931532"/>
                  <a:gd name="connsiteX0" fmla="*/ 0 w 272109"/>
                  <a:gd name="connsiteY0" fmla="*/ 145978 h 931532"/>
                  <a:gd name="connsiteX1" fmla="*/ 59339 w 272109"/>
                  <a:gd name="connsiteY1" fmla="*/ 0 h 931532"/>
                  <a:gd name="connsiteX2" fmla="*/ 195390 w 272109"/>
                  <a:gd name="connsiteY2" fmla="*/ 19622 h 931532"/>
                  <a:gd name="connsiteX3" fmla="*/ 227973 w 272109"/>
                  <a:gd name="connsiteY3" fmla="*/ 59278 h 931532"/>
                  <a:gd name="connsiteX4" fmla="*/ 272109 w 272109"/>
                  <a:gd name="connsiteY4" fmla="*/ 888132 h 931532"/>
                  <a:gd name="connsiteX5" fmla="*/ 228709 w 272109"/>
                  <a:gd name="connsiteY5" fmla="*/ 931532 h 931532"/>
                  <a:gd name="connsiteX6" fmla="*/ 55116 w 272109"/>
                  <a:gd name="connsiteY6" fmla="*/ 931532 h 931532"/>
                  <a:gd name="connsiteX7" fmla="*/ 11716 w 272109"/>
                  <a:gd name="connsiteY7" fmla="*/ 888132 h 931532"/>
                  <a:gd name="connsiteX8" fmla="*/ 0 w 272109"/>
                  <a:gd name="connsiteY8" fmla="*/ 145978 h 931532"/>
                  <a:gd name="connsiteX0" fmla="*/ 5023 w 260393"/>
                  <a:gd name="connsiteY0" fmla="*/ 46473 h 931532"/>
                  <a:gd name="connsiteX1" fmla="*/ 47623 w 260393"/>
                  <a:gd name="connsiteY1" fmla="*/ 0 h 931532"/>
                  <a:gd name="connsiteX2" fmla="*/ 183674 w 260393"/>
                  <a:gd name="connsiteY2" fmla="*/ 19622 h 931532"/>
                  <a:gd name="connsiteX3" fmla="*/ 216257 w 260393"/>
                  <a:gd name="connsiteY3" fmla="*/ 59278 h 931532"/>
                  <a:gd name="connsiteX4" fmla="*/ 260393 w 260393"/>
                  <a:gd name="connsiteY4" fmla="*/ 888132 h 931532"/>
                  <a:gd name="connsiteX5" fmla="*/ 216993 w 260393"/>
                  <a:gd name="connsiteY5" fmla="*/ 931532 h 931532"/>
                  <a:gd name="connsiteX6" fmla="*/ 43400 w 260393"/>
                  <a:gd name="connsiteY6" fmla="*/ 931532 h 931532"/>
                  <a:gd name="connsiteX7" fmla="*/ 0 w 260393"/>
                  <a:gd name="connsiteY7" fmla="*/ 888132 h 931532"/>
                  <a:gd name="connsiteX8" fmla="*/ 5023 w 260393"/>
                  <a:gd name="connsiteY8" fmla="*/ 46473 h 9315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0393" h="931532">
                    <a:moveTo>
                      <a:pt x="5023" y="46473"/>
                    </a:moveTo>
                    <a:cubicBezTo>
                      <a:pt x="5023" y="22504"/>
                      <a:pt x="23654" y="0"/>
                      <a:pt x="47623" y="0"/>
                    </a:cubicBezTo>
                    <a:cubicBezTo>
                      <a:pt x="94926" y="22436"/>
                      <a:pt x="136371" y="-2814"/>
                      <a:pt x="183674" y="19622"/>
                    </a:cubicBezTo>
                    <a:cubicBezTo>
                      <a:pt x="207643" y="19622"/>
                      <a:pt x="216257" y="35309"/>
                      <a:pt x="216257" y="59278"/>
                    </a:cubicBezTo>
                    <a:lnTo>
                      <a:pt x="260393" y="888132"/>
                    </a:lnTo>
                    <a:cubicBezTo>
                      <a:pt x="260393" y="912101"/>
                      <a:pt x="240962" y="931532"/>
                      <a:pt x="216993" y="931532"/>
                    </a:cubicBezTo>
                    <a:lnTo>
                      <a:pt x="43400" y="931532"/>
                    </a:lnTo>
                    <a:cubicBezTo>
                      <a:pt x="19431" y="931532"/>
                      <a:pt x="0" y="912101"/>
                      <a:pt x="0" y="888132"/>
                    </a:cubicBezTo>
                    <a:cubicBezTo>
                      <a:pt x="0" y="357574"/>
                      <a:pt x="5023" y="577031"/>
                      <a:pt x="5023" y="46473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47" name="그룹 146">
                <a:extLst>
                  <a:ext uri="{FF2B5EF4-FFF2-40B4-BE49-F238E27FC236}">
                    <a16:creationId xmlns:a16="http://schemas.microsoft.com/office/drawing/2014/main" id="{091210E7-CCAE-40B2-970E-DA3D19061C31}"/>
                  </a:ext>
                </a:extLst>
              </p:cNvPr>
              <p:cNvGrpSpPr/>
              <p:nvPr/>
            </p:nvGrpSpPr>
            <p:grpSpPr>
              <a:xfrm rot="768522">
                <a:off x="3721400" y="5313284"/>
                <a:ext cx="1532819" cy="237512"/>
                <a:chOff x="9626170" y="4237307"/>
                <a:chExt cx="1532819" cy="237512"/>
              </a:xfrm>
            </p:grpSpPr>
            <p:cxnSp>
              <p:nvCxnSpPr>
                <p:cNvPr id="164" name="직선 연결선 163">
                  <a:extLst>
                    <a:ext uri="{FF2B5EF4-FFF2-40B4-BE49-F238E27FC236}">
                      <a16:creationId xmlns:a16="http://schemas.microsoft.com/office/drawing/2014/main" id="{BA33C74A-1615-45A9-9358-C0C1844936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807264" y="4370297"/>
                  <a:ext cx="579554" cy="0"/>
                </a:xfrm>
                <a:prstGeom prst="line">
                  <a:avLst/>
                </a:prstGeom>
                <a:ln w="762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직선 연결선 172">
                  <a:extLst>
                    <a:ext uri="{FF2B5EF4-FFF2-40B4-BE49-F238E27FC236}">
                      <a16:creationId xmlns:a16="http://schemas.microsoft.com/office/drawing/2014/main" id="{1CF215CC-715B-4924-9E90-154D21F290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0579435" y="4370297"/>
                  <a:ext cx="579554" cy="0"/>
                </a:xfrm>
                <a:prstGeom prst="line">
                  <a:avLst/>
                </a:prstGeom>
                <a:ln w="762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74" name="타원 173">
                  <a:extLst>
                    <a:ext uri="{FF2B5EF4-FFF2-40B4-BE49-F238E27FC236}">
                      <a16:creationId xmlns:a16="http://schemas.microsoft.com/office/drawing/2014/main" id="{DE62933B-EC3A-4BB2-9C84-20D6B1D3C590}"/>
                    </a:ext>
                  </a:extLst>
                </p:cNvPr>
                <p:cNvSpPr/>
                <p:nvPr/>
              </p:nvSpPr>
              <p:spPr>
                <a:xfrm>
                  <a:off x="10361864" y="4257248"/>
                  <a:ext cx="217571" cy="217571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75" name="타원 174">
                  <a:extLst>
                    <a:ext uri="{FF2B5EF4-FFF2-40B4-BE49-F238E27FC236}">
                      <a16:creationId xmlns:a16="http://schemas.microsoft.com/office/drawing/2014/main" id="{7B9A5B36-DB0F-4723-8888-9CE834F48962}"/>
                    </a:ext>
                  </a:extLst>
                </p:cNvPr>
                <p:cNvSpPr/>
                <p:nvPr/>
              </p:nvSpPr>
              <p:spPr>
                <a:xfrm>
                  <a:off x="9626170" y="4237307"/>
                  <a:ext cx="217571" cy="217571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</p:grpSp>
      <p:sp>
        <p:nvSpPr>
          <p:cNvPr id="136" name="타원 135">
            <a:extLst>
              <a:ext uri="{FF2B5EF4-FFF2-40B4-BE49-F238E27FC236}">
                <a16:creationId xmlns:a16="http://schemas.microsoft.com/office/drawing/2014/main" id="{BBD7A2BC-9E4D-4E40-8D55-EB2B182DDBD2}"/>
              </a:ext>
            </a:extLst>
          </p:cNvPr>
          <p:cNvSpPr/>
          <p:nvPr/>
        </p:nvSpPr>
        <p:spPr>
          <a:xfrm rot="2511450">
            <a:off x="5017745" y="3798095"/>
            <a:ext cx="984284" cy="500306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2C25D5AB-CB9C-4C08-BD71-B4B5EFEAC6D8}"/>
              </a:ext>
            </a:extLst>
          </p:cNvPr>
          <p:cNvGrpSpPr/>
          <p:nvPr/>
        </p:nvGrpSpPr>
        <p:grpSpPr>
          <a:xfrm>
            <a:off x="8788675" y="3660059"/>
            <a:ext cx="2263126" cy="847347"/>
            <a:chOff x="10034045" y="4398845"/>
            <a:chExt cx="1592719" cy="596337"/>
          </a:xfrm>
        </p:grpSpPr>
        <p:sp>
          <p:nvSpPr>
            <p:cNvPr id="177" name="자유형: 도형 176">
              <a:extLst>
                <a:ext uri="{FF2B5EF4-FFF2-40B4-BE49-F238E27FC236}">
                  <a16:creationId xmlns:a16="http://schemas.microsoft.com/office/drawing/2014/main" id="{CE2341D6-9FE0-4FAA-A8D3-CA558C2B75E1}"/>
                </a:ext>
              </a:extLst>
            </p:cNvPr>
            <p:cNvSpPr/>
            <p:nvPr/>
          </p:nvSpPr>
          <p:spPr>
            <a:xfrm rot="2146737">
              <a:off x="10146746" y="4398845"/>
              <a:ext cx="666920" cy="240636"/>
            </a:xfrm>
            <a:custGeom>
              <a:avLst/>
              <a:gdLst>
                <a:gd name="connsiteX0" fmla="*/ 0 w 427950"/>
                <a:gd name="connsiteY0" fmla="*/ 0 h 240636"/>
                <a:gd name="connsiteX1" fmla="*/ 414929 w 427950"/>
                <a:gd name="connsiteY1" fmla="*/ 0 h 240636"/>
                <a:gd name="connsiteX2" fmla="*/ 417274 w 427950"/>
                <a:gd name="connsiteY2" fmla="*/ 7554 h 240636"/>
                <a:gd name="connsiteX3" fmla="*/ 427950 w 427950"/>
                <a:gd name="connsiteY3" fmla="*/ 113462 h 240636"/>
                <a:gd name="connsiteX4" fmla="*/ 417274 w 427950"/>
                <a:gd name="connsiteY4" fmla="*/ 219370 h 240636"/>
                <a:gd name="connsiteX5" fmla="*/ 410672 w 427950"/>
                <a:gd name="connsiteY5" fmla="*/ 240636 h 240636"/>
                <a:gd name="connsiteX6" fmla="*/ 0 w 427950"/>
                <a:gd name="connsiteY6" fmla="*/ 240636 h 240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7950" h="240636">
                  <a:moveTo>
                    <a:pt x="0" y="0"/>
                  </a:moveTo>
                  <a:lnTo>
                    <a:pt x="414929" y="0"/>
                  </a:lnTo>
                  <a:lnTo>
                    <a:pt x="417274" y="7554"/>
                  </a:lnTo>
                  <a:cubicBezTo>
                    <a:pt x="424274" y="41763"/>
                    <a:pt x="427950" y="77183"/>
                    <a:pt x="427950" y="113462"/>
                  </a:cubicBezTo>
                  <a:cubicBezTo>
                    <a:pt x="427950" y="149741"/>
                    <a:pt x="424274" y="185161"/>
                    <a:pt x="417274" y="219370"/>
                  </a:cubicBezTo>
                  <a:lnTo>
                    <a:pt x="410672" y="240636"/>
                  </a:lnTo>
                  <a:lnTo>
                    <a:pt x="0" y="240636"/>
                  </a:lnTo>
                  <a:close/>
                </a:path>
              </a:pathLst>
            </a:custGeom>
            <a:solidFill>
              <a:srgbClr val="D9D9D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grpSp>
          <p:nvGrpSpPr>
            <p:cNvPr id="178" name="그룹 177">
              <a:extLst>
                <a:ext uri="{FF2B5EF4-FFF2-40B4-BE49-F238E27FC236}">
                  <a16:creationId xmlns:a16="http://schemas.microsoft.com/office/drawing/2014/main" id="{2FDB81F4-E092-47F5-94B3-B31217F97E3A}"/>
                </a:ext>
              </a:extLst>
            </p:cNvPr>
            <p:cNvGrpSpPr/>
            <p:nvPr/>
          </p:nvGrpSpPr>
          <p:grpSpPr>
            <a:xfrm rot="1332185">
              <a:off x="10034045" y="4669833"/>
              <a:ext cx="1592719" cy="325349"/>
              <a:chOff x="3721400" y="5313284"/>
              <a:chExt cx="1592719" cy="325349"/>
            </a:xfrm>
          </p:grpSpPr>
          <p:sp>
            <p:nvSpPr>
              <p:cNvPr id="179" name="사각형: 둥근 모서리 108">
                <a:extLst>
                  <a:ext uri="{FF2B5EF4-FFF2-40B4-BE49-F238E27FC236}">
                    <a16:creationId xmlns:a16="http://schemas.microsoft.com/office/drawing/2014/main" id="{9B40C00F-7BF4-4122-8686-1B919736597F}"/>
                  </a:ext>
                </a:extLst>
              </p:cNvPr>
              <p:cNvSpPr/>
              <p:nvPr/>
            </p:nvSpPr>
            <p:spPr>
              <a:xfrm rot="17075790">
                <a:off x="4718156" y="5042671"/>
                <a:ext cx="260393" cy="931532"/>
              </a:xfrm>
              <a:custGeom>
                <a:avLst/>
                <a:gdLst>
                  <a:gd name="connsiteX0" fmla="*/ 0 w 260393"/>
                  <a:gd name="connsiteY0" fmla="*/ 43400 h 1678474"/>
                  <a:gd name="connsiteX1" fmla="*/ 43400 w 260393"/>
                  <a:gd name="connsiteY1" fmla="*/ 0 h 1678474"/>
                  <a:gd name="connsiteX2" fmla="*/ 216993 w 260393"/>
                  <a:gd name="connsiteY2" fmla="*/ 0 h 1678474"/>
                  <a:gd name="connsiteX3" fmla="*/ 260393 w 260393"/>
                  <a:gd name="connsiteY3" fmla="*/ 43400 h 1678474"/>
                  <a:gd name="connsiteX4" fmla="*/ 260393 w 260393"/>
                  <a:gd name="connsiteY4" fmla="*/ 1635074 h 1678474"/>
                  <a:gd name="connsiteX5" fmla="*/ 216993 w 260393"/>
                  <a:gd name="connsiteY5" fmla="*/ 1678474 h 1678474"/>
                  <a:gd name="connsiteX6" fmla="*/ 43400 w 260393"/>
                  <a:gd name="connsiteY6" fmla="*/ 1678474 h 1678474"/>
                  <a:gd name="connsiteX7" fmla="*/ 0 w 260393"/>
                  <a:gd name="connsiteY7" fmla="*/ 1635074 h 1678474"/>
                  <a:gd name="connsiteX8" fmla="*/ 0 w 260393"/>
                  <a:gd name="connsiteY8" fmla="*/ 43400 h 1678474"/>
                  <a:gd name="connsiteX0" fmla="*/ 58089 w 260393"/>
                  <a:gd name="connsiteY0" fmla="*/ 77486 h 1678474"/>
                  <a:gd name="connsiteX1" fmla="*/ 43400 w 260393"/>
                  <a:gd name="connsiteY1" fmla="*/ 0 h 1678474"/>
                  <a:gd name="connsiteX2" fmla="*/ 216993 w 260393"/>
                  <a:gd name="connsiteY2" fmla="*/ 0 h 1678474"/>
                  <a:gd name="connsiteX3" fmla="*/ 260393 w 260393"/>
                  <a:gd name="connsiteY3" fmla="*/ 43400 h 1678474"/>
                  <a:gd name="connsiteX4" fmla="*/ 260393 w 260393"/>
                  <a:gd name="connsiteY4" fmla="*/ 1635074 h 1678474"/>
                  <a:gd name="connsiteX5" fmla="*/ 216993 w 260393"/>
                  <a:gd name="connsiteY5" fmla="*/ 1678474 h 1678474"/>
                  <a:gd name="connsiteX6" fmla="*/ 43400 w 260393"/>
                  <a:gd name="connsiteY6" fmla="*/ 1678474 h 1678474"/>
                  <a:gd name="connsiteX7" fmla="*/ 0 w 260393"/>
                  <a:gd name="connsiteY7" fmla="*/ 1635074 h 1678474"/>
                  <a:gd name="connsiteX8" fmla="*/ 58089 w 260393"/>
                  <a:gd name="connsiteY8" fmla="*/ 77486 h 1678474"/>
                  <a:gd name="connsiteX0" fmla="*/ 58089 w 260393"/>
                  <a:gd name="connsiteY0" fmla="*/ 77486 h 1678474"/>
                  <a:gd name="connsiteX1" fmla="*/ 43400 w 260393"/>
                  <a:gd name="connsiteY1" fmla="*/ 0 h 1678474"/>
                  <a:gd name="connsiteX2" fmla="*/ 190876 w 260393"/>
                  <a:gd name="connsiteY2" fmla="*/ 164284 h 1678474"/>
                  <a:gd name="connsiteX3" fmla="*/ 260393 w 260393"/>
                  <a:gd name="connsiteY3" fmla="*/ 43400 h 1678474"/>
                  <a:gd name="connsiteX4" fmla="*/ 260393 w 260393"/>
                  <a:gd name="connsiteY4" fmla="*/ 1635074 h 1678474"/>
                  <a:gd name="connsiteX5" fmla="*/ 216993 w 260393"/>
                  <a:gd name="connsiteY5" fmla="*/ 1678474 h 1678474"/>
                  <a:gd name="connsiteX6" fmla="*/ 43400 w 260393"/>
                  <a:gd name="connsiteY6" fmla="*/ 1678474 h 1678474"/>
                  <a:gd name="connsiteX7" fmla="*/ 0 w 260393"/>
                  <a:gd name="connsiteY7" fmla="*/ 1635074 h 1678474"/>
                  <a:gd name="connsiteX8" fmla="*/ 58089 w 260393"/>
                  <a:gd name="connsiteY8" fmla="*/ 77486 h 1678474"/>
                  <a:gd name="connsiteX0" fmla="*/ 58089 w 260393"/>
                  <a:gd name="connsiteY0" fmla="*/ 77486 h 1678474"/>
                  <a:gd name="connsiteX1" fmla="*/ 43400 w 260393"/>
                  <a:gd name="connsiteY1" fmla="*/ 0 h 1678474"/>
                  <a:gd name="connsiteX2" fmla="*/ 190876 w 260393"/>
                  <a:gd name="connsiteY2" fmla="*/ 164284 h 1678474"/>
                  <a:gd name="connsiteX3" fmla="*/ 212193 w 260393"/>
                  <a:gd name="connsiteY3" fmla="*/ 311862 h 1678474"/>
                  <a:gd name="connsiteX4" fmla="*/ 260393 w 260393"/>
                  <a:gd name="connsiteY4" fmla="*/ 1635074 h 1678474"/>
                  <a:gd name="connsiteX5" fmla="*/ 216993 w 260393"/>
                  <a:gd name="connsiteY5" fmla="*/ 1678474 h 1678474"/>
                  <a:gd name="connsiteX6" fmla="*/ 43400 w 260393"/>
                  <a:gd name="connsiteY6" fmla="*/ 1678474 h 1678474"/>
                  <a:gd name="connsiteX7" fmla="*/ 0 w 260393"/>
                  <a:gd name="connsiteY7" fmla="*/ 1635074 h 1678474"/>
                  <a:gd name="connsiteX8" fmla="*/ 58089 w 260393"/>
                  <a:gd name="connsiteY8" fmla="*/ 77486 h 1678474"/>
                  <a:gd name="connsiteX0" fmla="*/ 107345 w 260393"/>
                  <a:gd name="connsiteY0" fmla="*/ 153241 h 1678474"/>
                  <a:gd name="connsiteX1" fmla="*/ 43400 w 260393"/>
                  <a:gd name="connsiteY1" fmla="*/ 0 h 1678474"/>
                  <a:gd name="connsiteX2" fmla="*/ 190876 w 260393"/>
                  <a:gd name="connsiteY2" fmla="*/ 164284 h 1678474"/>
                  <a:gd name="connsiteX3" fmla="*/ 212193 w 260393"/>
                  <a:gd name="connsiteY3" fmla="*/ 311862 h 1678474"/>
                  <a:gd name="connsiteX4" fmla="*/ 260393 w 260393"/>
                  <a:gd name="connsiteY4" fmla="*/ 1635074 h 1678474"/>
                  <a:gd name="connsiteX5" fmla="*/ 216993 w 260393"/>
                  <a:gd name="connsiteY5" fmla="*/ 1678474 h 1678474"/>
                  <a:gd name="connsiteX6" fmla="*/ 43400 w 260393"/>
                  <a:gd name="connsiteY6" fmla="*/ 1678474 h 1678474"/>
                  <a:gd name="connsiteX7" fmla="*/ 0 w 260393"/>
                  <a:gd name="connsiteY7" fmla="*/ 1635074 h 1678474"/>
                  <a:gd name="connsiteX8" fmla="*/ 107345 w 260393"/>
                  <a:gd name="connsiteY8" fmla="*/ 153241 h 1678474"/>
                  <a:gd name="connsiteX0" fmla="*/ 91214 w 260393"/>
                  <a:gd name="connsiteY0" fmla="*/ 393667 h 1678474"/>
                  <a:gd name="connsiteX1" fmla="*/ 43400 w 260393"/>
                  <a:gd name="connsiteY1" fmla="*/ 0 h 1678474"/>
                  <a:gd name="connsiteX2" fmla="*/ 190876 w 260393"/>
                  <a:gd name="connsiteY2" fmla="*/ 164284 h 1678474"/>
                  <a:gd name="connsiteX3" fmla="*/ 212193 w 260393"/>
                  <a:gd name="connsiteY3" fmla="*/ 311862 h 1678474"/>
                  <a:gd name="connsiteX4" fmla="*/ 260393 w 260393"/>
                  <a:gd name="connsiteY4" fmla="*/ 1635074 h 1678474"/>
                  <a:gd name="connsiteX5" fmla="*/ 216993 w 260393"/>
                  <a:gd name="connsiteY5" fmla="*/ 1678474 h 1678474"/>
                  <a:gd name="connsiteX6" fmla="*/ 43400 w 260393"/>
                  <a:gd name="connsiteY6" fmla="*/ 1678474 h 1678474"/>
                  <a:gd name="connsiteX7" fmla="*/ 0 w 260393"/>
                  <a:gd name="connsiteY7" fmla="*/ 1635074 h 1678474"/>
                  <a:gd name="connsiteX8" fmla="*/ 91214 w 260393"/>
                  <a:gd name="connsiteY8" fmla="*/ 393667 h 1678474"/>
                  <a:gd name="connsiteX0" fmla="*/ 91214 w 260393"/>
                  <a:gd name="connsiteY0" fmla="*/ 250987 h 1535794"/>
                  <a:gd name="connsiteX1" fmla="*/ 100241 w 260393"/>
                  <a:gd name="connsiteY1" fmla="*/ 0 h 1535794"/>
                  <a:gd name="connsiteX2" fmla="*/ 190876 w 260393"/>
                  <a:gd name="connsiteY2" fmla="*/ 21604 h 1535794"/>
                  <a:gd name="connsiteX3" fmla="*/ 212193 w 260393"/>
                  <a:gd name="connsiteY3" fmla="*/ 169182 h 1535794"/>
                  <a:gd name="connsiteX4" fmla="*/ 260393 w 260393"/>
                  <a:gd name="connsiteY4" fmla="*/ 1492394 h 1535794"/>
                  <a:gd name="connsiteX5" fmla="*/ 216993 w 260393"/>
                  <a:gd name="connsiteY5" fmla="*/ 1535794 h 1535794"/>
                  <a:gd name="connsiteX6" fmla="*/ 43400 w 260393"/>
                  <a:gd name="connsiteY6" fmla="*/ 1535794 h 1535794"/>
                  <a:gd name="connsiteX7" fmla="*/ 0 w 260393"/>
                  <a:gd name="connsiteY7" fmla="*/ 1492394 h 1535794"/>
                  <a:gd name="connsiteX8" fmla="*/ 91214 w 260393"/>
                  <a:gd name="connsiteY8" fmla="*/ 250987 h 1535794"/>
                  <a:gd name="connsiteX0" fmla="*/ 32356 w 260393"/>
                  <a:gd name="connsiteY0" fmla="*/ 138359 h 1535794"/>
                  <a:gd name="connsiteX1" fmla="*/ 100241 w 260393"/>
                  <a:gd name="connsiteY1" fmla="*/ 0 h 1535794"/>
                  <a:gd name="connsiteX2" fmla="*/ 190876 w 260393"/>
                  <a:gd name="connsiteY2" fmla="*/ 21604 h 1535794"/>
                  <a:gd name="connsiteX3" fmla="*/ 212193 w 260393"/>
                  <a:gd name="connsiteY3" fmla="*/ 169182 h 1535794"/>
                  <a:gd name="connsiteX4" fmla="*/ 260393 w 260393"/>
                  <a:gd name="connsiteY4" fmla="*/ 1492394 h 1535794"/>
                  <a:gd name="connsiteX5" fmla="*/ 216993 w 260393"/>
                  <a:gd name="connsiteY5" fmla="*/ 1535794 h 1535794"/>
                  <a:gd name="connsiteX6" fmla="*/ 43400 w 260393"/>
                  <a:gd name="connsiteY6" fmla="*/ 1535794 h 1535794"/>
                  <a:gd name="connsiteX7" fmla="*/ 0 w 260393"/>
                  <a:gd name="connsiteY7" fmla="*/ 1492394 h 1535794"/>
                  <a:gd name="connsiteX8" fmla="*/ 32356 w 260393"/>
                  <a:gd name="connsiteY8" fmla="*/ 138359 h 1535794"/>
                  <a:gd name="connsiteX0" fmla="*/ 32356 w 260393"/>
                  <a:gd name="connsiteY0" fmla="*/ 230918 h 1628353"/>
                  <a:gd name="connsiteX1" fmla="*/ 115507 w 260393"/>
                  <a:gd name="connsiteY1" fmla="*/ 0 h 1628353"/>
                  <a:gd name="connsiteX2" fmla="*/ 190876 w 260393"/>
                  <a:gd name="connsiteY2" fmla="*/ 114163 h 1628353"/>
                  <a:gd name="connsiteX3" fmla="*/ 212193 w 260393"/>
                  <a:gd name="connsiteY3" fmla="*/ 261741 h 1628353"/>
                  <a:gd name="connsiteX4" fmla="*/ 260393 w 260393"/>
                  <a:gd name="connsiteY4" fmla="*/ 1584953 h 1628353"/>
                  <a:gd name="connsiteX5" fmla="*/ 216993 w 260393"/>
                  <a:gd name="connsiteY5" fmla="*/ 1628353 h 1628353"/>
                  <a:gd name="connsiteX6" fmla="*/ 43400 w 260393"/>
                  <a:gd name="connsiteY6" fmla="*/ 1628353 h 1628353"/>
                  <a:gd name="connsiteX7" fmla="*/ 0 w 260393"/>
                  <a:gd name="connsiteY7" fmla="*/ 1584953 h 1628353"/>
                  <a:gd name="connsiteX8" fmla="*/ 32356 w 260393"/>
                  <a:gd name="connsiteY8" fmla="*/ 230918 h 1628353"/>
                  <a:gd name="connsiteX0" fmla="*/ 32356 w 262461"/>
                  <a:gd name="connsiteY0" fmla="*/ 230918 h 1628353"/>
                  <a:gd name="connsiteX1" fmla="*/ 115507 w 262461"/>
                  <a:gd name="connsiteY1" fmla="*/ 0 h 1628353"/>
                  <a:gd name="connsiteX2" fmla="*/ 257415 w 262461"/>
                  <a:gd name="connsiteY2" fmla="*/ 67307 h 1628353"/>
                  <a:gd name="connsiteX3" fmla="*/ 212193 w 262461"/>
                  <a:gd name="connsiteY3" fmla="*/ 261741 h 1628353"/>
                  <a:gd name="connsiteX4" fmla="*/ 260393 w 262461"/>
                  <a:gd name="connsiteY4" fmla="*/ 1584953 h 1628353"/>
                  <a:gd name="connsiteX5" fmla="*/ 216993 w 262461"/>
                  <a:gd name="connsiteY5" fmla="*/ 1628353 h 1628353"/>
                  <a:gd name="connsiteX6" fmla="*/ 43400 w 262461"/>
                  <a:gd name="connsiteY6" fmla="*/ 1628353 h 1628353"/>
                  <a:gd name="connsiteX7" fmla="*/ 0 w 262461"/>
                  <a:gd name="connsiteY7" fmla="*/ 1584953 h 1628353"/>
                  <a:gd name="connsiteX8" fmla="*/ 32356 w 262461"/>
                  <a:gd name="connsiteY8" fmla="*/ 230918 h 1628353"/>
                  <a:gd name="connsiteX0" fmla="*/ 22370 w 262461"/>
                  <a:gd name="connsiteY0" fmla="*/ 154777 h 1628353"/>
                  <a:gd name="connsiteX1" fmla="*/ 115507 w 262461"/>
                  <a:gd name="connsiteY1" fmla="*/ 0 h 1628353"/>
                  <a:gd name="connsiteX2" fmla="*/ 257415 w 262461"/>
                  <a:gd name="connsiteY2" fmla="*/ 67307 h 1628353"/>
                  <a:gd name="connsiteX3" fmla="*/ 212193 w 262461"/>
                  <a:gd name="connsiteY3" fmla="*/ 261741 h 1628353"/>
                  <a:gd name="connsiteX4" fmla="*/ 260393 w 262461"/>
                  <a:gd name="connsiteY4" fmla="*/ 1584953 h 1628353"/>
                  <a:gd name="connsiteX5" fmla="*/ 216993 w 262461"/>
                  <a:gd name="connsiteY5" fmla="*/ 1628353 h 1628353"/>
                  <a:gd name="connsiteX6" fmla="*/ 43400 w 262461"/>
                  <a:gd name="connsiteY6" fmla="*/ 1628353 h 1628353"/>
                  <a:gd name="connsiteX7" fmla="*/ 0 w 262461"/>
                  <a:gd name="connsiteY7" fmla="*/ 1584953 h 1628353"/>
                  <a:gd name="connsiteX8" fmla="*/ 22370 w 262461"/>
                  <a:gd name="connsiteY8" fmla="*/ 154777 h 1628353"/>
                  <a:gd name="connsiteX0" fmla="*/ 22370 w 262461"/>
                  <a:gd name="connsiteY0" fmla="*/ 88044 h 1561620"/>
                  <a:gd name="connsiteX1" fmla="*/ 88910 w 262461"/>
                  <a:gd name="connsiteY1" fmla="*/ 599652 h 1561620"/>
                  <a:gd name="connsiteX2" fmla="*/ 257415 w 262461"/>
                  <a:gd name="connsiteY2" fmla="*/ 574 h 1561620"/>
                  <a:gd name="connsiteX3" fmla="*/ 212193 w 262461"/>
                  <a:gd name="connsiteY3" fmla="*/ 195008 h 1561620"/>
                  <a:gd name="connsiteX4" fmla="*/ 260393 w 262461"/>
                  <a:gd name="connsiteY4" fmla="*/ 1518220 h 1561620"/>
                  <a:gd name="connsiteX5" fmla="*/ 216993 w 262461"/>
                  <a:gd name="connsiteY5" fmla="*/ 1561620 h 1561620"/>
                  <a:gd name="connsiteX6" fmla="*/ 43400 w 262461"/>
                  <a:gd name="connsiteY6" fmla="*/ 1561620 h 1561620"/>
                  <a:gd name="connsiteX7" fmla="*/ 0 w 262461"/>
                  <a:gd name="connsiteY7" fmla="*/ 1518220 h 1561620"/>
                  <a:gd name="connsiteX8" fmla="*/ 22370 w 262461"/>
                  <a:gd name="connsiteY8" fmla="*/ 88044 h 1561620"/>
                  <a:gd name="connsiteX0" fmla="*/ 22370 w 264964"/>
                  <a:gd name="connsiteY0" fmla="*/ 88044 h 1561620"/>
                  <a:gd name="connsiteX1" fmla="*/ 88910 w 264964"/>
                  <a:gd name="connsiteY1" fmla="*/ 599652 h 1561620"/>
                  <a:gd name="connsiteX2" fmla="*/ 257415 w 264964"/>
                  <a:gd name="connsiteY2" fmla="*/ 574 h 1561620"/>
                  <a:gd name="connsiteX3" fmla="*/ 240613 w 264964"/>
                  <a:gd name="connsiteY3" fmla="*/ 896279 h 1561620"/>
                  <a:gd name="connsiteX4" fmla="*/ 260393 w 264964"/>
                  <a:gd name="connsiteY4" fmla="*/ 1518220 h 1561620"/>
                  <a:gd name="connsiteX5" fmla="*/ 216993 w 264964"/>
                  <a:gd name="connsiteY5" fmla="*/ 1561620 h 1561620"/>
                  <a:gd name="connsiteX6" fmla="*/ 43400 w 264964"/>
                  <a:gd name="connsiteY6" fmla="*/ 1561620 h 1561620"/>
                  <a:gd name="connsiteX7" fmla="*/ 0 w 264964"/>
                  <a:gd name="connsiteY7" fmla="*/ 1518220 h 1561620"/>
                  <a:gd name="connsiteX8" fmla="*/ 22370 w 264964"/>
                  <a:gd name="connsiteY8" fmla="*/ 88044 h 1561620"/>
                  <a:gd name="connsiteX0" fmla="*/ 22370 w 260393"/>
                  <a:gd name="connsiteY0" fmla="*/ 782 h 1474358"/>
                  <a:gd name="connsiteX1" fmla="*/ 88910 w 260393"/>
                  <a:gd name="connsiteY1" fmla="*/ 512390 h 1474358"/>
                  <a:gd name="connsiteX2" fmla="*/ 213311 w 260393"/>
                  <a:gd name="connsiteY2" fmla="*/ 600662 h 1474358"/>
                  <a:gd name="connsiteX3" fmla="*/ 240613 w 260393"/>
                  <a:gd name="connsiteY3" fmla="*/ 809017 h 1474358"/>
                  <a:gd name="connsiteX4" fmla="*/ 260393 w 260393"/>
                  <a:gd name="connsiteY4" fmla="*/ 1430958 h 1474358"/>
                  <a:gd name="connsiteX5" fmla="*/ 216993 w 260393"/>
                  <a:gd name="connsiteY5" fmla="*/ 1474358 h 1474358"/>
                  <a:gd name="connsiteX6" fmla="*/ 43400 w 260393"/>
                  <a:gd name="connsiteY6" fmla="*/ 1474358 h 1474358"/>
                  <a:gd name="connsiteX7" fmla="*/ 0 w 260393"/>
                  <a:gd name="connsiteY7" fmla="*/ 1430958 h 1474358"/>
                  <a:gd name="connsiteX8" fmla="*/ 22370 w 260393"/>
                  <a:gd name="connsiteY8" fmla="*/ 782 h 1474358"/>
                  <a:gd name="connsiteX0" fmla="*/ 14752 w 260393"/>
                  <a:gd name="connsiteY0" fmla="*/ 126869 h 961968"/>
                  <a:gd name="connsiteX1" fmla="*/ 88910 w 260393"/>
                  <a:gd name="connsiteY1" fmla="*/ 0 h 961968"/>
                  <a:gd name="connsiteX2" fmla="*/ 213311 w 260393"/>
                  <a:gd name="connsiteY2" fmla="*/ 88272 h 961968"/>
                  <a:gd name="connsiteX3" fmla="*/ 240613 w 260393"/>
                  <a:gd name="connsiteY3" fmla="*/ 296627 h 961968"/>
                  <a:gd name="connsiteX4" fmla="*/ 260393 w 260393"/>
                  <a:gd name="connsiteY4" fmla="*/ 918568 h 961968"/>
                  <a:gd name="connsiteX5" fmla="*/ 216993 w 260393"/>
                  <a:gd name="connsiteY5" fmla="*/ 961968 h 961968"/>
                  <a:gd name="connsiteX6" fmla="*/ 43400 w 260393"/>
                  <a:gd name="connsiteY6" fmla="*/ 961968 h 961968"/>
                  <a:gd name="connsiteX7" fmla="*/ 0 w 260393"/>
                  <a:gd name="connsiteY7" fmla="*/ 918568 h 961968"/>
                  <a:gd name="connsiteX8" fmla="*/ 14752 w 260393"/>
                  <a:gd name="connsiteY8" fmla="*/ 126869 h 961968"/>
                  <a:gd name="connsiteX0" fmla="*/ 14752 w 260393"/>
                  <a:gd name="connsiteY0" fmla="*/ 80653 h 915752"/>
                  <a:gd name="connsiteX1" fmla="*/ 87822 w 260393"/>
                  <a:gd name="connsiteY1" fmla="*/ 0 h 915752"/>
                  <a:gd name="connsiteX2" fmla="*/ 213311 w 260393"/>
                  <a:gd name="connsiteY2" fmla="*/ 42056 h 915752"/>
                  <a:gd name="connsiteX3" fmla="*/ 240613 w 260393"/>
                  <a:gd name="connsiteY3" fmla="*/ 250411 h 915752"/>
                  <a:gd name="connsiteX4" fmla="*/ 260393 w 260393"/>
                  <a:gd name="connsiteY4" fmla="*/ 872352 h 915752"/>
                  <a:gd name="connsiteX5" fmla="*/ 216993 w 260393"/>
                  <a:gd name="connsiteY5" fmla="*/ 915752 h 915752"/>
                  <a:gd name="connsiteX6" fmla="*/ 43400 w 260393"/>
                  <a:gd name="connsiteY6" fmla="*/ 915752 h 915752"/>
                  <a:gd name="connsiteX7" fmla="*/ 0 w 260393"/>
                  <a:gd name="connsiteY7" fmla="*/ 872352 h 915752"/>
                  <a:gd name="connsiteX8" fmla="*/ 14752 w 260393"/>
                  <a:gd name="connsiteY8" fmla="*/ 80653 h 915752"/>
                  <a:gd name="connsiteX0" fmla="*/ 0 w 272109"/>
                  <a:gd name="connsiteY0" fmla="*/ 130198 h 915752"/>
                  <a:gd name="connsiteX1" fmla="*/ 99538 w 272109"/>
                  <a:gd name="connsiteY1" fmla="*/ 0 h 915752"/>
                  <a:gd name="connsiteX2" fmla="*/ 225027 w 272109"/>
                  <a:gd name="connsiteY2" fmla="*/ 42056 h 915752"/>
                  <a:gd name="connsiteX3" fmla="*/ 252329 w 272109"/>
                  <a:gd name="connsiteY3" fmla="*/ 250411 h 915752"/>
                  <a:gd name="connsiteX4" fmla="*/ 272109 w 272109"/>
                  <a:gd name="connsiteY4" fmla="*/ 872352 h 915752"/>
                  <a:gd name="connsiteX5" fmla="*/ 228709 w 272109"/>
                  <a:gd name="connsiteY5" fmla="*/ 915752 h 915752"/>
                  <a:gd name="connsiteX6" fmla="*/ 55116 w 272109"/>
                  <a:gd name="connsiteY6" fmla="*/ 915752 h 915752"/>
                  <a:gd name="connsiteX7" fmla="*/ 11716 w 272109"/>
                  <a:gd name="connsiteY7" fmla="*/ 872352 h 915752"/>
                  <a:gd name="connsiteX8" fmla="*/ 0 w 272109"/>
                  <a:gd name="connsiteY8" fmla="*/ 130198 h 915752"/>
                  <a:gd name="connsiteX0" fmla="*/ 0 w 272109"/>
                  <a:gd name="connsiteY0" fmla="*/ 94285 h 879839"/>
                  <a:gd name="connsiteX1" fmla="*/ 52234 w 272109"/>
                  <a:gd name="connsiteY1" fmla="*/ 9214 h 879839"/>
                  <a:gd name="connsiteX2" fmla="*/ 225027 w 272109"/>
                  <a:gd name="connsiteY2" fmla="*/ 6143 h 879839"/>
                  <a:gd name="connsiteX3" fmla="*/ 252329 w 272109"/>
                  <a:gd name="connsiteY3" fmla="*/ 214498 h 879839"/>
                  <a:gd name="connsiteX4" fmla="*/ 272109 w 272109"/>
                  <a:gd name="connsiteY4" fmla="*/ 836439 h 879839"/>
                  <a:gd name="connsiteX5" fmla="*/ 228709 w 272109"/>
                  <a:gd name="connsiteY5" fmla="*/ 879839 h 879839"/>
                  <a:gd name="connsiteX6" fmla="*/ 55116 w 272109"/>
                  <a:gd name="connsiteY6" fmla="*/ 879839 h 879839"/>
                  <a:gd name="connsiteX7" fmla="*/ 11716 w 272109"/>
                  <a:gd name="connsiteY7" fmla="*/ 836439 h 879839"/>
                  <a:gd name="connsiteX8" fmla="*/ 0 w 272109"/>
                  <a:gd name="connsiteY8" fmla="*/ 94285 h 879839"/>
                  <a:gd name="connsiteX0" fmla="*/ 0 w 272109"/>
                  <a:gd name="connsiteY0" fmla="*/ 85071 h 870625"/>
                  <a:gd name="connsiteX1" fmla="*/ 52234 w 272109"/>
                  <a:gd name="connsiteY1" fmla="*/ 0 h 870625"/>
                  <a:gd name="connsiteX2" fmla="*/ 172794 w 272109"/>
                  <a:gd name="connsiteY2" fmla="*/ 10532 h 870625"/>
                  <a:gd name="connsiteX3" fmla="*/ 252329 w 272109"/>
                  <a:gd name="connsiteY3" fmla="*/ 205284 h 870625"/>
                  <a:gd name="connsiteX4" fmla="*/ 272109 w 272109"/>
                  <a:gd name="connsiteY4" fmla="*/ 827225 h 870625"/>
                  <a:gd name="connsiteX5" fmla="*/ 228709 w 272109"/>
                  <a:gd name="connsiteY5" fmla="*/ 870625 h 870625"/>
                  <a:gd name="connsiteX6" fmla="*/ 55116 w 272109"/>
                  <a:gd name="connsiteY6" fmla="*/ 870625 h 870625"/>
                  <a:gd name="connsiteX7" fmla="*/ 11716 w 272109"/>
                  <a:gd name="connsiteY7" fmla="*/ 827225 h 870625"/>
                  <a:gd name="connsiteX8" fmla="*/ 0 w 272109"/>
                  <a:gd name="connsiteY8" fmla="*/ 85071 h 870625"/>
                  <a:gd name="connsiteX0" fmla="*/ 0 w 272109"/>
                  <a:gd name="connsiteY0" fmla="*/ 145978 h 931532"/>
                  <a:gd name="connsiteX1" fmla="*/ 59339 w 272109"/>
                  <a:gd name="connsiteY1" fmla="*/ 0 h 931532"/>
                  <a:gd name="connsiteX2" fmla="*/ 172794 w 272109"/>
                  <a:gd name="connsiteY2" fmla="*/ 71439 h 931532"/>
                  <a:gd name="connsiteX3" fmla="*/ 252329 w 272109"/>
                  <a:gd name="connsiteY3" fmla="*/ 266191 h 931532"/>
                  <a:gd name="connsiteX4" fmla="*/ 272109 w 272109"/>
                  <a:gd name="connsiteY4" fmla="*/ 888132 h 931532"/>
                  <a:gd name="connsiteX5" fmla="*/ 228709 w 272109"/>
                  <a:gd name="connsiteY5" fmla="*/ 931532 h 931532"/>
                  <a:gd name="connsiteX6" fmla="*/ 55116 w 272109"/>
                  <a:gd name="connsiteY6" fmla="*/ 931532 h 931532"/>
                  <a:gd name="connsiteX7" fmla="*/ 11716 w 272109"/>
                  <a:gd name="connsiteY7" fmla="*/ 888132 h 931532"/>
                  <a:gd name="connsiteX8" fmla="*/ 0 w 272109"/>
                  <a:gd name="connsiteY8" fmla="*/ 145978 h 931532"/>
                  <a:gd name="connsiteX0" fmla="*/ 0 w 272109"/>
                  <a:gd name="connsiteY0" fmla="*/ 145978 h 931532"/>
                  <a:gd name="connsiteX1" fmla="*/ 59339 w 272109"/>
                  <a:gd name="connsiteY1" fmla="*/ 0 h 931532"/>
                  <a:gd name="connsiteX2" fmla="*/ 195390 w 272109"/>
                  <a:gd name="connsiteY2" fmla="*/ 19622 h 931532"/>
                  <a:gd name="connsiteX3" fmla="*/ 252329 w 272109"/>
                  <a:gd name="connsiteY3" fmla="*/ 266191 h 931532"/>
                  <a:gd name="connsiteX4" fmla="*/ 272109 w 272109"/>
                  <a:gd name="connsiteY4" fmla="*/ 888132 h 931532"/>
                  <a:gd name="connsiteX5" fmla="*/ 228709 w 272109"/>
                  <a:gd name="connsiteY5" fmla="*/ 931532 h 931532"/>
                  <a:gd name="connsiteX6" fmla="*/ 55116 w 272109"/>
                  <a:gd name="connsiteY6" fmla="*/ 931532 h 931532"/>
                  <a:gd name="connsiteX7" fmla="*/ 11716 w 272109"/>
                  <a:gd name="connsiteY7" fmla="*/ 888132 h 931532"/>
                  <a:gd name="connsiteX8" fmla="*/ 0 w 272109"/>
                  <a:gd name="connsiteY8" fmla="*/ 145978 h 931532"/>
                  <a:gd name="connsiteX0" fmla="*/ 0 w 272109"/>
                  <a:gd name="connsiteY0" fmla="*/ 145978 h 931532"/>
                  <a:gd name="connsiteX1" fmla="*/ 59339 w 272109"/>
                  <a:gd name="connsiteY1" fmla="*/ 0 h 931532"/>
                  <a:gd name="connsiteX2" fmla="*/ 195390 w 272109"/>
                  <a:gd name="connsiteY2" fmla="*/ 19622 h 931532"/>
                  <a:gd name="connsiteX3" fmla="*/ 227973 w 272109"/>
                  <a:gd name="connsiteY3" fmla="*/ 59278 h 931532"/>
                  <a:gd name="connsiteX4" fmla="*/ 272109 w 272109"/>
                  <a:gd name="connsiteY4" fmla="*/ 888132 h 931532"/>
                  <a:gd name="connsiteX5" fmla="*/ 228709 w 272109"/>
                  <a:gd name="connsiteY5" fmla="*/ 931532 h 931532"/>
                  <a:gd name="connsiteX6" fmla="*/ 55116 w 272109"/>
                  <a:gd name="connsiteY6" fmla="*/ 931532 h 931532"/>
                  <a:gd name="connsiteX7" fmla="*/ 11716 w 272109"/>
                  <a:gd name="connsiteY7" fmla="*/ 888132 h 931532"/>
                  <a:gd name="connsiteX8" fmla="*/ 0 w 272109"/>
                  <a:gd name="connsiteY8" fmla="*/ 145978 h 931532"/>
                  <a:gd name="connsiteX0" fmla="*/ 5023 w 260393"/>
                  <a:gd name="connsiteY0" fmla="*/ 46473 h 931532"/>
                  <a:gd name="connsiteX1" fmla="*/ 47623 w 260393"/>
                  <a:gd name="connsiteY1" fmla="*/ 0 h 931532"/>
                  <a:gd name="connsiteX2" fmla="*/ 183674 w 260393"/>
                  <a:gd name="connsiteY2" fmla="*/ 19622 h 931532"/>
                  <a:gd name="connsiteX3" fmla="*/ 216257 w 260393"/>
                  <a:gd name="connsiteY3" fmla="*/ 59278 h 931532"/>
                  <a:gd name="connsiteX4" fmla="*/ 260393 w 260393"/>
                  <a:gd name="connsiteY4" fmla="*/ 888132 h 931532"/>
                  <a:gd name="connsiteX5" fmla="*/ 216993 w 260393"/>
                  <a:gd name="connsiteY5" fmla="*/ 931532 h 931532"/>
                  <a:gd name="connsiteX6" fmla="*/ 43400 w 260393"/>
                  <a:gd name="connsiteY6" fmla="*/ 931532 h 931532"/>
                  <a:gd name="connsiteX7" fmla="*/ 0 w 260393"/>
                  <a:gd name="connsiteY7" fmla="*/ 888132 h 931532"/>
                  <a:gd name="connsiteX8" fmla="*/ 5023 w 260393"/>
                  <a:gd name="connsiteY8" fmla="*/ 46473 h 9315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0393" h="931532">
                    <a:moveTo>
                      <a:pt x="5023" y="46473"/>
                    </a:moveTo>
                    <a:cubicBezTo>
                      <a:pt x="5023" y="22504"/>
                      <a:pt x="23654" y="0"/>
                      <a:pt x="47623" y="0"/>
                    </a:cubicBezTo>
                    <a:cubicBezTo>
                      <a:pt x="94926" y="22436"/>
                      <a:pt x="136371" y="-2814"/>
                      <a:pt x="183674" y="19622"/>
                    </a:cubicBezTo>
                    <a:cubicBezTo>
                      <a:pt x="207643" y="19622"/>
                      <a:pt x="216257" y="35309"/>
                      <a:pt x="216257" y="59278"/>
                    </a:cubicBezTo>
                    <a:lnTo>
                      <a:pt x="260393" y="888132"/>
                    </a:lnTo>
                    <a:cubicBezTo>
                      <a:pt x="260393" y="912101"/>
                      <a:pt x="240962" y="931532"/>
                      <a:pt x="216993" y="931532"/>
                    </a:cubicBezTo>
                    <a:lnTo>
                      <a:pt x="43400" y="931532"/>
                    </a:lnTo>
                    <a:cubicBezTo>
                      <a:pt x="19431" y="931532"/>
                      <a:pt x="0" y="912101"/>
                      <a:pt x="0" y="888132"/>
                    </a:cubicBezTo>
                    <a:cubicBezTo>
                      <a:pt x="0" y="357574"/>
                      <a:pt x="5023" y="577031"/>
                      <a:pt x="5023" y="46473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80" name="그룹 179">
                <a:extLst>
                  <a:ext uri="{FF2B5EF4-FFF2-40B4-BE49-F238E27FC236}">
                    <a16:creationId xmlns:a16="http://schemas.microsoft.com/office/drawing/2014/main" id="{8E22CCCD-FDC4-4C34-BE5D-95DB0B96B955}"/>
                  </a:ext>
                </a:extLst>
              </p:cNvPr>
              <p:cNvGrpSpPr/>
              <p:nvPr/>
            </p:nvGrpSpPr>
            <p:grpSpPr>
              <a:xfrm rot="768522">
                <a:off x="3721400" y="5313284"/>
                <a:ext cx="1532819" cy="237512"/>
                <a:chOff x="9626170" y="4237307"/>
                <a:chExt cx="1532819" cy="237512"/>
              </a:xfrm>
            </p:grpSpPr>
            <p:cxnSp>
              <p:nvCxnSpPr>
                <p:cNvPr id="181" name="직선 연결선 180">
                  <a:extLst>
                    <a:ext uri="{FF2B5EF4-FFF2-40B4-BE49-F238E27FC236}">
                      <a16:creationId xmlns:a16="http://schemas.microsoft.com/office/drawing/2014/main" id="{415B8F0D-F5E9-4F37-9807-F8742DA63A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9807264" y="4370297"/>
                  <a:ext cx="579554" cy="0"/>
                </a:xfrm>
                <a:prstGeom prst="line">
                  <a:avLst/>
                </a:prstGeom>
                <a:ln w="762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2" name="직선 연결선 181">
                  <a:extLst>
                    <a:ext uri="{FF2B5EF4-FFF2-40B4-BE49-F238E27FC236}">
                      <a16:creationId xmlns:a16="http://schemas.microsoft.com/office/drawing/2014/main" id="{5FF99DCD-0E32-4AA7-AA0D-90709C08EA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0579435" y="4370297"/>
                  <a:ext cx="579554" cy="0"/>
                </a:xfrm>
                <a:prstGeom prst="line">
                  <a:avLst/>
                </a:prstGeom>
                <a:ln w="762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3" name="타원 182">
                  <a:extLst>
                    <a:ext uri="{FF2B5EF4-FFF2-40B4-BE49-F238E27FC236}">
                      <a16:creationId xmlns:a16="http://schemas.microsoft.com/office/drawing/2014/main" id="{847174C7-497B-42BB-9B38-10C5196B5C50}"/>
                    </a:ext>
                  </a:extLst>
                </p:cNvPr>
                <p:cNvSpPr/>
                <p:nvPr/>
              </p:nvSpPr>
              <p:spPr>
                <a:xfrm>
                  <a:off x="10361864" y="4257248"/>
                  <a:ext cx="217571" cy="217571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84" name="타원 183">
                  <a:extLst>
                    <a:ext uri="{FF2B5EF4-FFF2-40B4-BE49-F238E27FC236}">
                      <a16:creationId xmlns:a16="http://schemas.microsoft.com/office/drawing/2014/main" id="{1A52AFDE-F994-4454-837B-3BA57C20C973}"/>
                    </a:ext>
                  </a:extLst>
                </p:cNvPr>
                <p:cNvSpPr/>
                <p:nvPr/>
              </p:nvSpPr>
              <p:spPr>
                <a:xfrm>
                  <a:off x="9626170" y="4237307"/>
                  <a:ext cx="217571" cy="217571"/>
                </a:xfrm>
                <a:prstGeom prst="ellipse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</p:grpSp>
      <p:sp>
        <p:nvSpPr>
          <p:cNvPr id="132" name="타원 131">
            <a:extLst>
              <a:ext uri="{FF2B5EF4-FFF2-40B4-BE49-F238E27FC236}">
                <a16:creationId xmlns:a16="http://schemas.microsoft.com/office/drawing/2014/main" id="{C91289FC-9539-49E3-804A-EF3127951A18}"/>
              </a:ext>
            </a:extLst>
          </p:cNvPr>
          <p:cNvSpPr/>
          <p:nvPr/>
        </p:nvSpPr>
        <p:spPr>
          <a:xfrm rot="2253559">
            <a:off x="8901396" y="3323054"/>
            <a:ext cx="281471" cy="500306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95095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F89706-019C-4C39-BBA6-E8A68DE04E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316" y="139323"/>
            <a:ext cx="9144000" cy="782805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ko-KR" altLang="en-US" sz="3200" b="1" dirty="0"/>
              <a:t>문제점 </a:t>
            </a:r>
            <a:r>
              <a:rPr lang="en-US" altLang="ko-KR" sz="3200" b="1" dirty="0"/>
              <a:t>2. </a:t>
            </a:r>
            <a:r>
              <a:rPr lang="ko-KR" altLang="en-US" sz="3200" b="1" dirty="0"/>
              <a:t>메시 아일랜드 문제</a:t>
            </a:r>
            <a:endParaRPr lang="en-US" altLang="ko-KR" sz="3200" b="1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0CF8209-C0A6-42F2-B0AB-8B135F6C938C}"/>
              </a:ext>
            </a:extLst>
          </p:cNvPr>
          <p:cNvCxnSpPr/>
          <p:nvPr/>
        </p:nvCxnSpPr>
        <p:spPr>
          <a:xfrm>
            <a:off x="120316" y="962233"/>
            <a:ext cx="1189522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자유형: 도형 68">
            <a:extLst>
              <a:ext uri="{FF2B5EF4-FFF2-40B4-BE49-F238E27FC236}">
                <a16:creationId xmlns:a16="http://schemas.microsoft.com/office/drawing/2014/main" id="{FEF09D4C-77DF-4982-9E23-66ADF7F80EB5}"/>
              </a:ext>
            </a:extLst>
          </p:cNvPr>
          <p:cNvSpPr/>
          <p:nvPr/>
        </p:nvSpPr>
        <p:spPr>
          <a:xfrm rot="16200000">
            <a:off x="455837" y="2211917"/>
            <a:ext cx="4270469" cy="3952515"/>
          </a:xfrm>
          <a:custGeom>
            <a:avLst/>
            <a:gdLst>
              <a:gd name="connsiteX0" fmla="*/ 936444 w 4270469"/>
              <a:gd name="connsiteY0" fmla="*/ 1606838 h 3952515"/>
              <a:gd name="connsiteX1" fmla="*/ 936444 w 4270469"/>
              <a:gd name="connsiteY1" fmla="*/ 1831144 h 3952515"/>
              <a:gd name="connsiteX2" fmla="*/ 880366 w 4270469"/>
              <a:gd name="connsiteY2" fmla="*/ 1887222 h 3952515"/>
              <a:gd name="connsiteX3" fmla="*/ 56078 w 4270469"/>
              <a:gd name="connsiteY3" fmla="*/ 1887222 h 3952515"/>
              <a:gd name="connsiteX4" fmla="*/ 0 w 4270469"/>
              <a:gd name="connsiteY4" fmla="*/ 1831144 h 3952515"/>
              <a:gd name="connsiteX5" fmla="*/ 0 w 4270469"/>
              <a:gd name="connsiteY5" fmla="*/ 1606838 h 3952515"/>
              <a:gd name="connsiteX6" fmla="*/ 56078 w 4270469"/>
              <a:gd name="connsiteY6" fmla="*/ 1550761 h 3952515"/>
              <a:gd name="connsiteX7" fmla="*/ 880366 w 4270469"/>
              <a:gd name="connsiteY7" fmla="*/ 1550761 h 3952515"/>
              <a:gd name="connsiteX8" fmla="*/ 936444 w 4270469"/>
              <a:gd name="connsiteY8" fmla="*/ 1606838 h 3952515"/>
              <a:gd name="connsiteX9" fmla="*/ 3544248 w 4270469"/>
              <a:gd name="connsiteY9" fmla="*/ 815487 h 3952515"/>
              <a:gd name="connsiteX10" fmla="*/ 3544248 w 4270469"/>
              <a:gd name="connsiteY10" fmla="*/ 1510654 h 3952515"/>
              <a:gd name="connsiteX11" fmla="*/ 3504141 w 4270469"/>
              <a:gd name="connsiteY11" fmla="*/ 1550761 h 3952515"/>
              <a:gd name="connsiteX12" fmla="*/ 3343719 w 4270469"/>
              <a:gd name="connsiteY12" fmla="*/ 1550761 h 3952515"/>
              <a:gd name="connsiteX13" fmla="*/ 3303612 w 4270469"/>
              <a:gd name="connsiteY13" fmla="*/ 1510654 h 3952515"/>
              <a:gd name="connsiteX14" fmla="*/ 3303612 w 4270469"/>
              <a:gd name="connsiteY14" fmla="*/ 815487 h 3952515"/>
              <a:gd name="connsiteX15" fmla="*/ 3315359 w 4270469"/>
              <a:gd name="connsiteY15" fmla="*/ 787127 h 3952515"/>
              <a:gd name="connsiteX16" fmla="*/ 3343717 w 4270469"/>
              <a:gd name="connsiteY16" fmla="*/ 775381 h 3952515"/>
              <a:gd name="connsiteX17" fmla="*/ 3338055 w 4270469"/>
              <a:gd name="connsiteY17" fmla="*/ 775381 h 3952515"/>
              <a:gd name="connsiteX18" fmla="*/ 3297948 w 4270469"/>
              <a:gd name="connsiteY18" fmla="*/ 735274 h 3952515"/>
              <a:gd name="connsiteX19" fmla="*/ 3297948 w 4270469"/>
              <a:gd name="connsiteY19" fmla="*/ 40107 h 3952515"/>
              <a:gd name="connsiteX20" fmla="*/ 3338055 w 4270469"/>
              <a:gd name="connsiteY20" fmla="*/ 0 h 3952515"/>
              <a:gd name="connsiteX21" fmla="*/ 3498477 w 4270469"/>
              <a:gd name="connsiteY21" fmla="*/ 0 h 3952515"/>
              <a:gd name="connsiteX22" fmla="*/ 3538584 w 4270469"/>
              <a:gd name="connsiteY22" fmla="*/ 40107 h 3952515"/>
              <a:gd name="connsiteX23" fmla="*/ 3538584 w 4270469"/>
              <a:gd name="connsiteY23" fmla="*/ 735274 h 3952515"/>
              <a:gd name="connsiteX24" fmla="*/ 3526837 w 4270469"/>
              <a:gd name="connsiteY24" fmla="*/ 763634 h 3952515"/>
              <a:gd name="connsiteX25" fmla="*/ 3498479 w 4270469"/>
              <a:gd name="connsiteY25" fmla="*/ 775380 h 3952515"/>
              <a:gd name="connsiteX26" fmla="*/ 3504141 w 4270469"/>
              <a:gd name="connsiteY26" fmla="*/ 775380 h 3952515"/>
              <a:gd name="connsiteX27" fmla="*/ 3544248 w 4270469"/>
              <a:gd name="connsiteY27" fmla="*/ 815487 h 3952515"/>
              <a:gd name="connsiteX28" fmla="*/ 4270469 w 4270469"/>
              <a:gd name="connsiteY28" fmla="*/ 1976634 h 3952515"/>
              <a:gd name="connsiteX29" fmla="*/ 3950265 w 4270469"/>
              <a:gd name="connsiteY29" fmla="*/ 2209890 h 3952515"/>
              <a:gd name="connsiteX30" fmla="*/ 3636565 w 4270469"/>
              <a:gd name="connsiteY30" fmla="*/ 2023643 h 3952515"/>
              <a:gd name="connsiteX31" fmla="*/ 3635726 w 4270469"/>
              <a:gd name="connsiteY31" fmla="*/ 2017577 h 3952515"/>
              <a:gd name="connsiteX32" fmla="*/ 3635726 w 4270469"/>
              <a:gd name="connsiteY32" fmla="*/ 2260044 h 3952515"/>
              <a:gd name="connsiteX33" fmla="*/ 3549175 w 4270469"/>
              <a:gd name="connsiteY33" fmla="*/ 2390617 h 3952515"/>
              <a:gd name="connsiteX34" fmla="*/ 3494018 w 4270469"/>
              <a:gd name="connsiteY34" fmla="*/ 2401753 h 3952515"/>
              <a:gd name="connsiteX35" fmla="*/ 3498478 w 4270469"/>
              <a:gd name="connsiteY35" fmla="*/ 2401753 h 3952515"/>
              <a:gd name="connsiteX36" fmla="*/ 3538585 w 4270469"/>
              <a:gd name="connsiteY36" fmla="*/ 2441860 h 3952515"/>
              <a:gd name="connsiteX37" fmla="*/ 3538585 w 4270469"/>
              <a:gd name="connsiteY37" fmla="*/ 3137027 h 3952515"/>
              <a:gd name="connsiteX38" fmla="*/ 3498478 w 4270469"/>
              <a:gd name="connsiteY38" fmla="*/ 3177134 h 3952515"/>
              <a:gd name="connsiteX39" fmla="*/ 3504142 w 4270469"/>
              <a:gd name="connsiteY39" fmla="*/ 3177134 h 3952515"/>
              <a:gd name="connsiteX40" fmla="*/ 3544249 w 4270469"/>
              <a:gd name="connsiteY40" fmla="*/ 3217241 h 3952515"/>
              <a:gd name="connsiteX41" fmla="*/ 3544249 w 4270469"/>
              <a:gd name="connsiteY41" fmla="*/ 3912408 h 3952515"/>
              <a:gd name="connsiteX42" fmla="*/ 3504142 w 4270469"/>
              <a:gd name="connsiteY42" fmla="*/ 3952515 h 3952515"/>
              <a:gd name="connsiteX43" fmla="*/ 3343720 w 4270469"/>
              <a:gd name="connsiteY43" fmla="*/ 3952515 h 3952515"/>
              <a:gd name="connsiteX44" fmla="*/ 3303613 w 4270469"/>
              <a:gd name="connsiteY44" fmla="*/ 3912408 h 3952515"/>
              <a:gd name="connsiteX45" fmla="*/ 3303613 w 4270469"/>
              <a:gd name="connsiteY45" fmla="*/ 3217241 h 3952515"/>
              <a:gd name="connsiteX46" fmla="*/ 3343720 w 4270469"/>
              <a:gd name="connsiteY46" fmla="*/ 3177134 h 3952515"/>
              <a:gd name="connsiteX47" fmla="*/ 3338056 w 4270469"/>
              <a:gd name="connsiteY47" fmla="*/ 3177134 h 3952515"/>
              <a:gd name="connsiteX48" fmla="*/ 3297949 w 4270469"/>
              <a:gd name="connsiteY48" fmla="*/ 3137027 h 3952515"/>
              <a:gd name="connsiteX49" fmla="*/ 3297949 w 4270469"/>
              <a:gd name="connsiteY49" fmla="*/ 2441860 h 3952515"/>
              <a:gd name="connsiteX50" fmla="*/ 3309696 w 4270469"/>
              <a:gd name="connsiteY50" fmla="*/ 2413500 h 3952515"/>
              <a:gd name="connsiteX51" fmla="*/ 3338055 w 4270469"/>
              <a:gd name="connsiteY51" fmla="*/ 2401754 h 3952515"/>
              <a:gd name="connsiteX52" fmla="*/ 2181864 w 4270469"/>
              <a:gd name="connsiteY52" fmla="*/ 2401753 h 3952515"/>
              <a:gd name="connsiteX53" fmla="*/ 2051291 w 4270469"/>
              <a:gd name="connsiteY53" fmla="*/ 2315203 h 3952515"/>
              <a:gd name="connsiteX54" fmla="*/ 2041866 w 4270469"/>
              <a:gd name="connsiteY54" fmla="*/ 2268523 h 3952515"/>
              <a:gd name="connsiteX55" fmla="*/ 2041866 w 4270469"/>
              <a:gd name="connsiteY55" fmla="*/ 2345675 h 3952515"/>
              <a:gd name="connsiteX56" fmla="*/ 1985788 w 4270469"/>
              <a:gd name="connsiteY56" fmla="*/ 2401753 h 3952515"/>
              <a:gd name="connsiteX57" fmla="*/ 992522 w 4270469"/>
              <a:gd name="connsiteY57" fmla="*/ 2401753 h 3952515"/>
              <a:gd name="connsiteX58" fmla="*/ 936444 w 4270469"/>
              <a:gd name="connsiteY58" fmla="*/ 2345675 h 3952515"/>
              <a:gd name="connsiteX59" fmla="*/ 880366 w 4270469"/>
              <a:gd name="connsiteY59" fmla="*/ 2401753 h 3952515"/>
              <a:gd name="connsiteX60" fmla="*/ 56078 w 4270469"/>
              <a:gd name="connsiteY60" fmla="*/ 2401753 h 3952515"/>
              <a:gd name="connsiteX61" fmla="*/ 0 w 4270469"/>
              <a:gd name="connsiteY61" fmla="*/ 2345675 h 3952515"/>
              <a:gd name="connsiteX62" fmla="*/ 0 w 4270469"/>
              <a:gd name="connsiteY62" fmla="*/ 2121369 h 3952515"/>
              <a:gd name="connsiteX63" fmla="*/ 56078 w 4270469"/>
              <a:gd name="connsiteY63" fmla="*/ 2065291 h 3952515"/>
              <a:gd name="connsiteX64" fmla="*/ 880366 w 4270469"/>
              <a:gd name="connsiteY64" fmla="*/ 2065291 h 3952515"/>
              <a:gd name="connsiteX65" fmla="*/ 936444 w 4270469"/>
              <a:gd name="connsiteY65" fmla="*/ 2121369 h 3952515"/>
              <a:gd name="connsiteX66" fmla="*/ 992522 w 4270469"/>
              <a:gd name="connsiteY66" fmla="*/ 2065291 h 3952515"/>
              <a:gd name="connsiteX67" fmla="*/ 1985788 w 4270469"/>
              <a:gd name="connsiteY67" fmla="*/ 2065291 h 3952515"/>
              <a:gd name="connsiteX68" fmla="*/ 2025441 w 4270469"/>
              <a:gd name="connsiteY68" fmla="*/ 2081716 h 3952515"/>
              <a:gd name="connsiteX69" fmla="*/ 2040154 w 4270469"/>
              <a:gd name="connsiteY69" fmla="*/ 2117236 h 3952515"/>
              <a:gd name="connsiteX70" fmla="*/ 2040155 w 4270469"/>
              <a:gd name="connsiteY70" fmla="*/ 1836031 h 3952515"/>
              <a:gd name="connsiteX71" fmla="*/ 2025443 w 4270469"/>
              <a:gd name="connsiteY71" fmla="*/ 1871548 h 3952515"/>
              <a:gd name="connsiteX72" fmla="*/ 1985790 w 4270469"/>
              <a:gd name="connsiteY72" fmla="*/ 1887973 h 3952515"/>
              <a:gd name="connsiteX73" fmla="*/ 992524 w 4270469"/>
              <a:gd name="connsiteY73" fmla="*/ 1887973 h 3952515"/>
              <a:gd name="connsiteX74" fmla="*/ 936446 w 4270469"/>
              <a:gd name="connsiteY74" fmla="*/ 1831895 h 3952515"/>
              <a:gd name="connsiteX75" fmla="*/ 936446 w 4270469"/>
              <a:gd name="connsiteY75" fmla="*/ 1607589 h 3952515"/>
              <a:gd name="connsiteX76" fmla="*/ 992524 w 4270469"/>
              <a:gd name="connsiteY76" fmla="*/ 1551512 h 3952515"/>
              <a:gd name="connsiteX77" fmla="*/ 1985790 w 4270469"/>
              <a:gd name="connsiteY77" fmla="*/ 1551512 h 3952515"/>
              <a:gd name="connsiteX78" fmla="*/ 2041868 w 4270469"/>
              <a:gd name="connsiteY78" fmla="*/ 1607589 h 3952515"/>
              <a:gd name="connsiteX79" fmla="*/ 2041868 w 4270469"/>
              <a:gd name="connsiteY79" fmla="*/ 1684737 h 3952515"/>
              <a:gd name="connsiteX80" fmla="*/ 2051291 w 4270469"/>
              <a:gd name="connsiteY80" fmla="*/ 1638062 h 3952515"/>
              <a:gd name="connsiteX81" fmla="*/ 2181864 w 4270469"/>
              <a:gd name="connsiteY81" fmla="*/ 1551512 h 3952515"/>
              <a:gd name="connsiteX82" fmla="*/ 3494016 w 4270469"/>
              <a:gd name="connsiteY82" fmla="*/ 1551512 h 3952515"/>
              <a:gd name="connsiteX83" fmla="*/ 3635726 w 4270469"/>
              <a:gd name="connsiteY83" fmla="*/ 1693222 h 3952515"/>
              <a:gd name="connsiteX84" fmla="*/ 3635726 w 4270469"/>
              <a:gd name="connsiteY84" fmla="*/ 1935690 h 3952515"/>
              <a:gd name="connsiteX85" fmla="*/ 3636565 w 4270469"/>
              <a:gd name="connsiteY85" fmla="*/ 1929624 h 3952515"/>
              <a:gd name="connsiteX86" fmla="*/ 3950265 w 4270469"/>
              <a:gd name="connsiteY86" fmla="*/ 1743378 h 3952515"/>
              <a:gd name="connsiteX87" fmla="*/ 4270469 w 4270469"/>
              <a:gd name="connsiteY87" fmla="*/ 1976634 h 3952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4270469" h="3952515">
                <a:moveTo>
                  <a:pt x="936444" y="1606838"/>
                </a:moveTo>
                <a:lnTo>
                  <a:pt x="936444" y="1831144"/>
                </a:lnTo>
                <a:cubicBezTo>
                  <a:pt x="936444" y="1862115"/>
                  <a:pt x="911337" y="1887222"/>
                  <a:pt x="880366" y="1887222"/>
                </a:cubicBezTo>
                <a:lnTo>
                  <a:pt x="56078" y="1887222"/>
                </a:lnTo>
                <a:cubicBezTo>
                  <a:pt x="25107" y="1887222"/>
                  <a:pt x="0" y="1862115"/>
                  <a:pt x="0" y="1831144"/>
                </a:cubicBezTo>
                <a:lnTo>
                  <a:pt x="0" y="1606838"/>
                </a:lnTo>
                <a:cubicBezTo>
                  <a:pt x="0" y="1575867"/>
                  <a:pt x="25107" y="1550761"/>
                  <a:pt x="56078" y="1550761"/>
                </a:cubicBezTo>
                <a:lnTo>
                  <a:pt x="880366" y="1550761"/>
                </a:lnTo>
                <a:cubicBezTo>
                  <a:pt x="911337" y="1550761"/>
                  <a:pt x="936444" y="1575867"/>
                  <a:pt x="936444" y="1606838"/>
                </a:cubicBezTo>
                <a:close/>
                <a:moveTo>
                  <a:pt x="3544248" y="815487"/>
                </a:moveTo>
                <a:lnTo>
                  <a:pt x="3544248" y="1510654"/>
                </a:lnTo>
                <a:cubicBezTo>
                  <a:pt x="3544248" y="1532804"/>
                  <a:pt x="3526291" y="1550761"/>
                  <a:pt x="3504141" y="1550761"/>
                </a:cubicBezTo>
                <a:lnTo>
                  <a:pt x="3343719" y="1550761"/>
                </a:lnTo>
                <a:cubicBezTo>
                  <a:pt x="3321569" y="1550761"/>
                  <a:pt x="3303612" y="1532804"/>
                  <a:pt x="3303612" y="1510654"/>
                </a:cubicBezTo>
                <a:lnTo>
                  <a:pt x="3303612" y="815487"/>
                </a:lnTo>
                <a:cubicBezTo>
                  <a:pt x="3303612" y="804412"/>
                  <a:pt x="3308101" y="794385"/>
                  <a:pt x="3315359" y="787127"/>
                </a:cubicBezTo>
                <a:lnTo>
                  <a:pt x="3343717" y="775381"/>
                </a:lnTo>
                <a:lnTo>
                  <a:pt x="3338055" y="775381"/>
                </a:lnTo>
                <a:cubicBezTo>
                  <a:pt x="3315905" y="775381"/>
                  <a:pt x="3297948" y="757424"/>
                  <a:pt x="3297948" y="735274"/>
                </a:cubicBezTo>
                <a:lnTo>
                  <a:pt x="3297948" y="40107"/>
                </a:lnTo>
                <a:cubicBezTo>
                  <a:pt x="3297948" y="17957"/>
                  <a:pt x="3315905" y="0"/>
                  <a:pt x="3338055" y="0"/>
                </a:cubicBezTo>
                <a:lnTo>
                  <a:pt x="3498477" y="0"/>
                </a:lnTo>
                <a:cubicBezTo>
                  <a:pt x="3520627" y="0"/>
                  <a:pt x="3538584" y="17957"/>
                  <a:pt x="3538584" y="40107"/>
                </a:cubicBezTo>
                <a:lnTo>
                  <a:pt x="3538584" y="735274"/>
                </a:lnTo>
                <a:cubicBezTo>
                  <a:pt x="3538584" y="746349"/>
                  <a:pt x="3534095" y="756376"/>
                  <a:pt x="3526837" y="763634"/>
                </a:cubicBezTo>
                <a:lnTo>
                  <a:pt x="3498479" y="775380"/>
                </a:lnTo>
                <a:lnTo>
                  <a:pt x="3504141" y="775380"/>
                </a:lnTo>
                <a:cubicBezTo>
                  <a:pt x="3526291" y="775380"/>
                  <a:pt x="3544248" y="793337"/>
                  <a:pt x="3544248" y="815487"/>
                </a:cubicBezTo>
                <a:close/>
                <a:moveTo>
                  <a:pt x="4270469" y="1976634"/>
                </a:moveTo>
                <a:cubicBezTo>
                  <a:pt x="4270469" y="2105458"/>
                  <a:pt x="4127109" y="2209890"/>
                  <a:pt x="3950265" y="2209890"/>
                </a:cubicBezTo>
                <a:cubicBezTo>
                  <a:pt x="3795526" y="2209890"/>
                  <a:pt x="3666423" y="2129934"/>
                  <a:pt x="3636565" y="2023643"/>
                </a:cubicBezTo>
                <a:lnTo>
                  <a:pt x="3635726" y="2017577"/>
                </a:lnTo>
                <a:lnTo>
                  <a:pt x="3635726" y="2260044"/>
                </a:lnTo>
                <a:cubicBezTo>
                  <a:pt x="3635726" y="2318742"/>
                  <a:pt x="3600037" y="2369104"/>
                  <a:pt x="3549175" y="2390617"/>
                </a:cubicBezTo>
                <a:lnTo>
                  <a:pt x="3494018" y="2401753"/>
                </a:lnTo>
                <a:lnTo>
                  <a:pt x="3498478" y="2401753"/>
                </a:lnTo>
                <a:cubicBezTo>
                  <a:pt x="3520628" y="2401753"/>
                  <a:pt x="3538585" y="2419710"/>
                  <a:pt x="3538585" y="2441860"/>
                </a:cubicBezTo>
                <a:lnTo>
                  <a:pt x="3538585" y="3137027"/>
                </a:lnTo>
                <a:cubicBezTo>
                  <a:pt x="3538585" y="3159177"/>
                  <a:pt x="3520628" y="3177134"/>
                  <a:pt x="3498478" y="3177134"/>
                </a:cubicBezTo>
                <a:lnTo>
                  <a:pt x="3504142" y="3177134"/>
                </a:lnTo>
                <a:cubicBezTo>
                  <a:pt x="3526292" y="3177134"/>
                  <a:pt x="3544249" y="3195091"/>
                  <a:pt x="3544249" y="3217241"/>
                </a:cubicBezTo>
                <a:lnTo>
                  <a:pt x="3544249" y="3912408"/>
                </a:lnTo>
                <a:cubicBezTo>
                  <a:pt x="3544249" y="3934558"/>
                  <a:pt x="3526292" y="3952515"/>
                  <a:pt x="3504142" y="3952515"/>
                </a:cubicBezTo>
                <a:lnTo>
                  <a:pt x="3343720" y="3952515"/>
                </a:lnTo>
                <a:cubicBezTo>
                  <a:pt x="3321570" y="3952515"/>
                  <a:pt x="3303613" y="3934558"/>
                  <a:pt x="3303613" y="3912408"/>
                </a:cubicBezTo>
                <a:lnTo>
                  <a:pt x="3303613" y="3217241"/>
                </a:lnTo>
                <a:cubicBezTo>
                  <a:pt x="3303613" y="3195091"/>
                  <a:pt x="3321570" y="3177134"/>
                  <a:pt x="3343720" y="3177134"/>
                </a:cubicBezTo>
                <a:lnTo>
                  <a:pt x="3338056" y="3177134"/>
                </a:lnTo>
                <a:cubicBezTo>
                  <a:pt x="3315906" y="3177134"/>
                  <a:pt x="3297949" y="3159177"/>
                  <a:pt x="3297949" y="3137027"/>
                </a:cubicBezTo>
                <a:lnTo>
                  <a:pt x="3297949" y="2441860"/>
                </a:lnTo>
                <a:cubicBezTo>
                  <a:pt x="3297949" y="2430785"/>
                  <a:pt x="3302438" y="2420758"/>
                  <a:pt x="3309696" y="2413500"/>
                </a:cubicBezTo>
                <a:lnTo>
                  <a:pt x="3338055" y="2401754"/>
                </a:lnTo>
                <a:lnTo>
                  <a:pt x="2181864" y="2401753"/>
                </a:lnTo>
                <a:cubicBezTo>
                  <a:pt x="2123166" y="2401753"/>
                  <a:pt x="2072804" y="2366065"/>
                  <a:pt x="2051291" y="2315203"/>
                </a:cubicBezTo>
                <a:lnTo>
                  <a:pt x="2041866" y="2268523"/>
                </a:lnTo>
                <a:lnTo>
                  <a:pt x="2041866" y="2345675"/>
                </a:lnTo>
                <a:cubicBezTo>
                  <a:pt x="2041866" y="2376646"/>
                  <a:pt x="2016759" y="2401753"/>
                  <a:pt x="1985788" y="2401753"/>
                </a:cubicBezTo>
                <a:lnTo>
                  <a:pt x="992522" y="2401753"/>
                </a:lnTo>
                <a:cubicBezTo>
                  <a:pt x="961551" y="2401753"/>
                  <a:pt x="936444" y="2376646"/>
                  <a:pt x="936444" y="2345675"/>
                </a:cubicBezTo>
                <a:cubicBezTo>
                  <a:pt x="936444" y="2376646"/>
                  <a:pt x="911337" y="2401753"/>
                  <a:pt x="880366" y="2401753"/>
                </a:cubicBezTo>
                <a:lnTo>
                  <a:pt x="56078" y="2401753"/>
                </a:lnTo>
                <a:cubicBezTo>
                  <a:pt x="25107" y="2401753"/>
                  <a:pt x="0" y="2376646"/>
                  <a:pt x="0" y="2345675"/>
                </a:cubicBezTo>
                <a:lnTo>
                  <a:pt x="0" y="2121369"/>
                </a:lnTo>
                <a:cubicBezTo>
                  <a:pt x="0" y="2090398"/>
                  <a:pt x="25107" y="2065291"/>
                  <a:pt x="56078" y="2065291"/>
                </a:cubicBezTo>
                <a:lnTo>
                  <a:pt x="880366" y="2065291"/>
                </a:lnTo>
                <a:cubicBezTo>
                  <a:pt x="911337" y="2065291"/>
                  <a:pt x="936444" y="2090398"/>
                  <a:pt x="936444" y="2121369"/>
                </a:cubicBezTo>
                <a:cubicBezTo>
                  <a:pt x="936444" y="2090398"/>
                  <a:pt x="961551" y="2065291"/>
                  <a:pt x="992522" y="2065291"/>
                </a:cubicBezTo>
                <a:lnTo>
                  <a:pt x="1985788" y="2065291"/>
                </a:lnTo>
                <a:cubicBezTo>
                  <a:pt x="2001274" y="2065291"/>
                  <a:pt x="2015293" y="2071568"/>
                  <a:pt x="2025441" y="2081716"/>
                </a:cubicBezTo>
                <a:lnTo>
                  <a:pt x="2040154" y="2117236"/>
                </a:lnTo>
                <a:lnTo>
                  <a:pt x="2040155" y="1836031"/>
                </a:lnTo>
                <a:lnTo>
                  <a:pt x="2025443" y="1871548"/>
                </a:lnTo>
                <a:cubicBezTo>
                  <a:pt x="2015295" y="1881697"/>
                  <a:pt x="2001275" y="1887973"/>
                  <a:pt x="1985790" y="1887973"/>
                </a:cubicBezTo>
                <a:lnTo>
                  <a:pt x="992524" y="1887973"/>
                </a:lnTo>
                <a:cubicBezTo>
                  <a:pt x="961553" y="1887973"/>
                  <a:pt x="936446" y="1862866"/>
                  <a:pt x="936446" y="1831895"/>
                </a:cubicBezTo>
                <a:lnTo>
                  <a:pt x="936446" y="1607589"/>
                </a:lnTo>
                <a:cubicBezTo>
                  <a:pt x="936446" y="1576618"/>
                  <a:pt x="961553" y="1551512"/>
                  <a:pt x="992524" y="1551512"/>
                </a:cubicBezTo>
                <a:lnTo>
                  <a:pt x="1985790" y="1551512"/>
                </a:lnTo>
                <a:cubicBezTo>
                  <a:pt x="2016761" y="1551512"/>
                  <a:pt x="2041868" y="1576618"/>
                  <a:pt x="2041868" y="1607589"/>
                </a:cubicBezTo>
                <a:lnTo>
                  <a:pt x="2041868" y="1684737"/>
                </a:lnTo>
                <a:lnTo>
                  <a:pt x="2051291" y="1638062"/>
                </a:lnTo>
                <a:cubicBezTo>
                  <a:pt x="2072803" y="1587200"/>
                  <a:pt x="2123166" y="1551512"/>
                  <a:pt x="2181864" y="1551512"/>
                </a:cubicBezTo>
                <a:lnTo>
                  <a:pt x="3494016" y="1551512"/>
                </a:lnTo>
                <a:cubicBezTo>
                  <a:pt x="3572280" y="1551512"/>
                  <a:pt x="3635726" y="1614958"/>
                  <a:pt x="3635726" y="1693222"/>
                </a:cubicBezTo>
                <a:lnTo>
                  <a:pt x="3635726" y="1935690"/>
                </a:lnTo>
                <a:lnTo>
                  <a:pt x="3636565" y="1929624"/>
                </a:lnTo>
                <a:cubicBezTo>
                  <a:pt x="3666423" y="1823333"/>
                  <a:pt x="3795526" y="1743378"/>
                  <a:pt x="3950265" y="1743378"/>
                </a:cubicBezTo>
                <a:cubicBezTo>
                  <a:pt x="4127109" y="1743378"/>
                  <a:pt x="4270469" y="1847810"/>
                  <a:pt x="4270469" y="197663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252" name="직선 연결선 251">
            <a:extLst>
              <a:ext uri="{FF2B5EF4-FFF2-40B4-BE49-F238E27FC236}">
                <a16:creationId xmlns:a16="http://schemas.microsoft.com/office/drawing/2014/main" id="{FBA3C3B7-77A4-4C11-BC8E-2D1012D1A39E}"/>
              </a:ext>
            </a:extLst>
          </p:cNvPr>
          <p:cNvCxnSpPr>
            <a:cxnSpLocks/>
          </p:cNvCxnSpPr>
          <p:nvPr/>
        </p:nvCxnSpPr>
        <p:spPr>
          <a:xfrm flipH="1">
            <a:off x="976404" y="4627038"/>
            <a:ext cx="3590925" cy="0"/>
          </a:xfrm>
          <a:prstGeom prst="line">
            <a:avLst/>
          </a:prstGeom>
          <a:ln w="571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자유형: 도형 75">
            <a:extLst>
              <a:ext uri="{FF2B5EF4-FFF2-40B4-BE49-F238E27FC236}">
                <a16:creationId xmlns:a16="http://schemas.microsoft.com/office/drawing/2014/main" id="{15538DFC-7102-48A2-910A-328ECBD1CEFC}"/>
              </a:ext>
            </a:extLst>
          </p:cNvPr>
          <p:cNvSpPr/>
          <p:nvPr/>
        </p:nvSpPr>
        <p:spPr>
          <a:xfrm rot="16200000">
            <a:off x="8399677" y="5241337"/>
            <a:ext cx="1736477" cy="850992"/>
          </a:xfrm>
          <a:custGeom>
            <a:avLst/>
            <a:gdLst>
              <a:gd name="connsiteX0" fmla="*/ 936444 w 1736477"/>
              <a:gd name="connsiteY0" fmla="*/ 56077 h 850992"/>
              <a:gd name="connsiteX1" fmla="*/ 936444 w 1736477"/>
              <a:gd name="connsiteY1" fmla="*/ 280383 h 850992"/>
              <a:gd name="connsiteX2" fmla="*/ 880366 w 1736477"/>
              <a:gd name="connsiteY2" fmla="*/ 336461 h 850992"/>
              <a:gd name="connsiteX3" fmla="*/ 56078 w 1736477"/>
              <a:gd name="connsiteY3" fmla="*/ 336461 h 850992"/>
              <a:gd name="connsiteX4" fmla="*/ 0 w 1736477"/>
              <a:gd name="connsiteY4" fmla="*/ 280383 h 850992"/>
              <a:gd name="connsiteX5" fmla="*/ 0 w 1736477"/>
              <a:gd name="connsiteY5" fmla="*/ 56077 h 850992"/>
              <a:gd name="connsiteX6" fmla="*/ 56078 w 1736477"/>
              <a:gd name="connsiteY6" fmla="*/ 0 h 850992"/>
              <a:gd name="connsiteX7" fmla="*/ 880366 w 1736477"/>
              <a:gd name="connsiteY7" fmla="*/ 0 h 850992"/>
              <a:gd name="connsiteX8" fmla="*/ 936444 w 1736477"/>
              <a:gd name="connsiteY8" fmla="*/ 56077 h 850992"/>
              <a:gd name="connsiteX9" fmla="*/ 1736477 w 1736477"/>
              <a:gd name="connsiteY9" fmla="*/ 514530 h 850992"/>
              <a:gd name="connsiteX10" fmla="*/ 1736477 w 1736477"/>
              <a:gd name="connsiteY10" fmla="*/ 850992 h 850992"/>
              <a:gd name="connsiteX11" fmla="*/ 992522 w 1736477"/>
              <a:gd name="connsiteY11" fmla="*/ 850992 h 850992"/>
              <a:gd name="connsiteX12" fmla="*/ 936444 w 1736477"/>
              <a:gd name="connsiteY12" fmla="*/ 794914 h 850992"/>
              <a:gd name="connsiteX13" fmla="*/ 880366 w 1736477"/>
              <a:gd name="connsiteY13" fmla="*/ 850992 h 850992"/>
              <a:gd name="connsiteX14" fmla="*/ 56078 w 1736477"/>
              <a:gd name="connsiteY14" fmla="*/ 850992 h 850992"/>
              <a:gd name="connsiteX15" fmla="*/ 0 w 1736477"/>
              <a:gd name="connsiteY15" fmla="*/ 794914 h 850992"/>
              <a:gd name="connsiteX16" fmla="*/ 0 w 1736477"/>
              <a:gd name="connsiteY16" fmla="*/ 570608 h 850992"/>
              <a:gd name="connsiteX17" fmla="*/ 56078 w 1736477"/>
              <a:gd name="connsiteY17" fmla="*/ 514530 h 850992"/>
              <a:gd name="connsiteX18" fmla="*/ 880366 w 1736477"/>
              <a:gd name="connsiteY18" fmla="*/ 514530 h 850992"/>
              <a:gd name="connsiteX19" fmla="*/ 936444 w 1736477"/>
              <a:gd name="connsiteY19" fmla="*/ 570608 h 850992"/>
              <a:gd name="connsiteX20" fmla="*/ 992522 w 1736477"/>
              <a:gd name="connsiteY20" fmla="*/ 514530 h 850992"/>
              <a:gd name="connsiteX21" fmla="*/ 1736477 w 1736477"/>
              <a:gd name="connsiteY21" fmla="*/ 751 h 850992"/>
              <a:gd name="connsiteX22" fmla="*/ 1736477 w 1736477"/>
              <a:gd name="connsiteY22" fmla="*/ 337212 h 850992"/>
              <a:gd name="connsiteX23" fmla="*/ 992524 w 1736477"/>
              <a:gd name="connsiteY23" fmla="*/ 337212 h 850992"/>
              <a:gd name="connsiteX24" fmla="*/ 936446 w 1736477"/>
              <a:gd name="connsiteY24" fmla="*/ 281134 h 850992"/>
              <a:gd name="connsiteX25" fmla="*/ 936446 w 1736477"/>
              <a:gd name="connsiteY25" fmla="*/ 56828 h 850992"/>
              <a:gd name="connsiteX26" fmla="*/ 992524 w 1736477"/>
              <a:gd name="connsiteY26" fmla="*/ 751 h 8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736477" h="850992">
                <a:moveTo>
                  <a:pt x="936444" y="56077"/>
                </a:moveTo>
                <a:lnTo>
                  <a:pt x="936444" y="280383"/>
                </a:lnTo>
                <a:cubicBezTo>
                  <a:pt x="936444" y="311354"/>
                  <a:pt x="911337" y="336461"/>
                  <a:pt x="880366" y="336461"/>
                </a:cubicBezTo>
                <a:lnTo>
                  <a:pt x="56078" y="336461"/>
                </a:lnTo>
                <a:cubicBezTo>
                  <a:pt x="25107" y="336461"/>
                  <a:pt x="0" y="311354"/>
                  <a:pt x="0" y="280383"/>
                </a:cubicBezTo>
                <a:lnTo>
                  <a:pt x="0" y="56077"/>
                </a:lnTo>
                <a:cubicBezTo>
                  <a:pt x="0" y="25106"/>
                  <a:pt x="25107" y="0"/>
                  <a:pt x="56078" y="0"/>
                </a:cubicBezTo>
                <a:lnTo>
                  <a:pt x="880366" y="0"/>
                </a:lnTo>
                <a:cubicBezTo>
                  <a:pt x="911337" y="0"/>
                  <a:pt x="936444" y="25106"/>
                  <a:pt x="936444" y="56077"/>
                </a:cubicBezTo>
                <a:close/>
                <a:moveTo>
                  <a:pt x="1736477" y="514530"/>
                </a:moveTo>
                <a:lnTo>
                  <a:pt x="1736477" y="850992"/>
                </a:lnTo>
                <a:lnTo>
                  <a:pt x="992522" y="850992"/>
                </a:lnTo>
                <a:cubicBezTo>
                  <a:pt x="961551" y="850992"/>
                  <a:pt x="936444" y="825885"/>
                  <a:pt x="936444" y="794914"/>
                </a:cubicBezTo>
                <a:cubicBezTo>
                  <a:pt x="936444" y="825885"/>
                  <a:pt x="911337" y="850992"/>
                  <a:pt x="880366" y="850992"/>
                </a:cubicBezTo>
                <a:lnTo>
                  <a:pt x="56078" y="850992"/>
                </a:lnTo>
                <a:cubicBezTo>
                  <a:pt x="25107" y="850992"/>
                  <a:pt x="0" y="825885"/>
                  <a:pt x="0" y="794914"/>
                </a:cubicBezTo>
                <a:lnTo>
                  <a:pt x="0" y="570608"/>
                </a:lnTo>
                <a:cubicBezTo>
                  <a:pt x="0" y="539637"/>
                  <a:pt x="25107" y="514530"/>
                  <a:pt x="56078" y="514530"/>
                </a:cubicBezTo>
                <a:lnTo>
                  <a:pt x="880366" y="514530"/>
                </a:lnTo>
                <a:cubicBezTo>
                  <a:pt x="911337" y="514530"/>
                  <a:pt x="936444" y="539637"/>
                  <a:pt x="936444" y="570608"/>
                </a:cubicBezTo>
                <a:cubicBezTo>
                  <a:pt x="936444" y="539637"/>
                  <a:pt x="961551" y="514530"/>
                  <a:pt x="992522" y="514530"/>
                </a:cubicBezTo>
                <a:close/>
                <a:moveTo>
                  <a:pt x="1736477" y="751"/>
                </a:moveTo>
                <a:lnTo>
                  <a:pt x="1736477" y="337212"/>
                </a:lnTo>
                <a:lnTo>
                  <a:pt x="992524" y="337212"/>
                </a:lnTo>
                <a:cubicBezTo>
                  <a:pt x="961553" y="337212"/>
                  <a:pt x="936446" y="312105"/>
                  <a:pt x="936446" y="281134"/>
                </a:cubicBezTo>
                <a:lnTo>
                  <a:pt x="936446" y="56828"/>
                </a:lnTo>
                <a:cubicBezTo>
                  <a:pt x="936446" y="25857"/>
                  <a:pt x="961553" y="751"/>
                  <a:pt x="992524" y="751"/>
                </a:cubicBezTo>
                <a:close/>
              </a:path>
            </a:pathLst>
          </a:custGeom>
          <a:solidFill>
            <a:srgbClr val="00B05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0235A307-9C8F-4CC7-A11B-8AA3225E5602}"/>
              </a:ext>
            </a:extLst>
          </p:cNvPr>
          <p:cNvCxnSpPr>
            <a:cxnSpLocks/>
          </p:cNvCxnSpPr>
          <p:nvPr/>
        </p:nvCxnSpPr>
        <p:spPr>
          <a:xfrm flipH="1">
            <a:off x="7291657" y="4770019"/>
            <a:ext cx="3590925" cy="0"/>
          </a:xfrm>
          <a:prstGeom prst="line">
            <a:avLst/>
          </a:prstGeom>
          <a:ln w="571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자유형: 도형 74">
            <a:extLst>
              <a:ext uri="{FF2B5EF4-FFF2-40B4-BE49-F238E27FC236}">
                <a16:creationId xmlns:a16="http://schemas.microsoft.com/office/drawing/2014/main" id="{A911C419-6FCA-443A-927F-3B186639E9C7}"/>
              </a:ext>
            </a:extLst>
          </p:cNvPr>
          <p:cNvSpPr/>
          <p:nvPr/>
        </p:nvSpPr>
        <p:spPr>
          <a:xfrm rot="16200000">
            <a:off x="7960812" y="1300173"/>
            <a:ext cx="2614205" cy="3952515"/>
          </a:xfrm>
          <a:custGeom>
            <a:avLst/>
            <a:gdLst>
              <a:gd name="connsiteX0" fmla="*/ 1887984 w 2614205"/>
              <a:gd name="connsiteY0" fmla="*/ 815487 h 3952515"/>
              <a:gd name="connsiteX1" fmla="*/ 1887984 w 2614205"/>
              <a:gd name="connsiteY1" fmla="*/ 1510654 h 3952515"/>
              <a:gd name="connsiteX2" fmla="*/ 1847877 w 2614205"/>
              <a:gd name="connsiteY2" fmla="*/ 1550761 h 3952515"/>
              <a:gd name="connsiteX3" fmla="*/ 1687455 w 2614205"/>
              <a:gd name="connsiteY3" fmla="*/ 1550761 h 3952515"/>
              <a:gd name="connsiteX4" fmla="*/ 1647348 w 2614205"/>
              <a:gd name="connsiteY4" fmla="*/ 1510654 h 3952515"/>
              <a:gd name="connsiteX5" fmla="*/ 1647348 w 2614205"/>
              <a:gd name="connsiteY5" fmla="*/ 815487 h 3952515"/>
              <a:gd name="connsiteX6" fmla="*/ 1659095 w 2614205"/>
              <a:gd name="connsiteY6" fmla="*/ 787127 h 3952515"/>
              <a:gd name="connsiteX7" fmla="*/ 1687453 w 2614205"/>
              <a:gd name="connsiteY7" fmla="*/ 775381 h 3952515"/>
              <a:gd name="connsiteX8" fmla="*/ 1681791 w 2614205"/>
              <a:gd name="connsiteY8" fmla="*/ 775381 h 3952515"/>
              <a:gd name="connsiteX9" fmla="*/ 1641684 w 2614205"/>
              <a:gd name="connsiteY9" fmla="*/ 735274 h 3952515"/>
              <a:gd name="connsiteX10" fmla="*/ 1641684 w 2614205"/>
              <a:gd name="connsiteY10" fmla="*/ 40107 h 3952515"/>
              <a:gd name="connsiteX11" fmla="*/ 1681791 w 2614205"/>
              <a:gd name="connsiteY11" fmla="*/ 0 h 3952515"/>
              <a:gd name="connsiteX12" fmla="*/ 1842213 w 2614205"/>
              <a:gd name="connsiteY12" fmla="*/ 0 h 3952515"/>
              <a:gd name="connsiteX13" fmla="*/ 1882320 w 2614205"/>
              <a:gd name="connsiteY13" fmla="*/ 40107 h 3952515"/>
              <a:gd name="connsiteX14" fmla="*/ 1882320 w 2614205"/>
              <a:gd name="connsiteY14" fmla="*/ 735274 h 3952515"/>
              <a:gd name="connsiteX15" fmla="*/ 1870573 w 2614205"/>
              <a:gd name="connsiteY15" fmla="*/ 763634 h 3952515"/>
              <a:gd name="connsiteX16" fmla="*/ 1842215 w 2614205"/>
              <a:gd name="connsiteY16" fmla="*/ 775380 h 3952515"/>
              <a:gd name="connsiteX17" fmla="*/ 1847877 w 2614205"/>
              <a:gd name="connsiteY17" fmla="*/ 775380 h 3952515"/>
              <a:gd name="connsiteX18" fmla="*/ 1887984 w 2614205"/>
              <a:gd name="connsiteY18" fmla="*/ 815487 h 3952515"/>
              <a:gd name="connsiteX19" fmla="*/ 2614205 w 2614205"/>
              <a:gd name="connsiteY19" fmla="*/ 1976634 h 3952515"/>
              <a:gd name="connsiteX20" fmla="*/ 2294001 w 2614205"/>
              <a:gd name="connsiteY20" fmla="*/ 2209890 h 3952515"/>
              <a:gd name="connsiteX21" fmla="*/ 1980301 w 2614205"/>
              <a:gd name="connsiteY21" fmla="*/ 2023643 h 3952515"/>
              <a:gd name="connsiteX22" fmla="*/ 1979462 w 2614205"/>
              <a:gd name="connsiteY22" fmla="*/ 2017577 h 3952515"/>
              <a:gd name="connsiteX23" fmla="*/ 1979462 w 2614205"/>
              <a:gd name="connsiteY23" fmla="*/ 2260044 h 3952515"/>
              <a:gd name="connsiteX24" fmla="*/ 1892911 w 2614205"/>
              <a:gd name="connsiteY24" fmla="*/ 2390617 h 3952515"/>
              <a:gd name="connsiteX25" fmla="*/ 1837754 w 2614205"/>
              <a:gd name="connsiteY25" fmla="*/ 2401753 h 3952515"/>
              <a:gd name="connsiteX26" fmla="*/ 1842214 w 2614205"/>
              <a:gd name="connsiteY26" fmla="*/ 2401753 h 3952515"/>
              <a:gd name="connsiteX27" fmla="*/ 1882321 w 2614205"/>
              <a:gd name="connsiteY27" fmla="*/ 2441860 h 3952515"/>
              <a:gd name="connsiteX28" fmla="*/ 1882321 w 2614205"/>
              <a:gd name="connsiteY28" fmla="*/ 3137027 h 3952515"/>
              <a:gd name="connsiteX29" fmla="*/ 1842214 w 2614205"/>
              <a:gd name="connsiteY29" fmla="*/ 3177134 h 3952515"/>
              <a:gd name="connsiteX30" fmla="*/ 1847878 w 2614205"/>
              <a:gd name="connsiteY30" fmla="*/ 3177134 h 3952515"/>
              <a:gd name="connsiteX31" fmla="*/ 1887985 w 2614205"/>
              <a:gd name="connsiteY31" fmla="*/ 3217241 h 3952515"/>
              <a:gd name="connsiteX32" fmla="*/ 1887985 w 2614205"/>
              <a:gd name="connsiteY32" fmla="*/ 3912408 h 3952515"/>
              <a:gd name="connsiteX33" fmla="*/ 1847878 w 2614205"/>
              <a:gd name="connsiteY33" fmla="*/ 3952515 h 3952515"/>
              <a:gd name="connsiteX34" fmla="*/ 1687456 w 2614205"/>
              <a:gd name="connsiteY34" fmla="*/ 3952515 h 3952515"/>
              <a:gd name="connsiteX35" fmla="*/ 1647349 w 2614205"/>
              <a:gd name="connsiteY35" fmla="*/ 3912408 h 3952515"/>
              <a:gd name="connsiteX36" fmla="*/ 1647349 w 2614205"/>
              <a:gd name="connsiteY36" fmla="*/ 3217241 h 3952515"/>
              <a:gd name="connsiteX37" fmla="*/ 1687456 w 2614205"/>
              <a:gd name="connsiteY37" fmla="*/ 3177134 h 3952515"/>
              <a:gd name="connsiteX38" fmla="*/ 1681792 w 2614205"/>
              <a:gd name="connsiteY38" fmla="*/ 3177134 h 3952515"/>
              <a:gd name="connsiteX39" fmla="*/ 1641685 w 2614205"/>
              <a:gd name="connsiteY39" fmla="*/ 3137027 h 3952515"/>
              <a:gd name="connsiteX40" fmla="*/ 1641685 w 2614205"/>
              <a:gd name="connsiteY40" fmla="*/ 2441860 h 3952515"/>
              <a:gd name="connsiteX41" fmla="*/ 1653432 w 2614205"/>
              <a:gd name="connsiteY41" fmla="*/ 2413500 h 3952515"/>
              <a:gd name="connsiteX42" fmla="*/ 1681791 w 2614205"/>
              <a:gd name="connsiteY42" fmla="*/ 2401754 h 3952515"/>
              <a:gd name="connsiteX43" fmla="*/ 525600 w 2614205"/>
              <a:gd name="connsiteY43" fmla="*/ 2401753 h 3952515"/>
              <a:gd name="connsiteX44" fmla="*/ 395027 w 2614205"/>
              <a:gd name="connsiteY44" fmla="*/ 2315203 h 3952515"/>
              <a:gd name="connsiteX45" fmla="*/ 385602 w 2614205"/>
              <a:gd name="connsiteY45" fmla="*/ 2268523 h 3952515"/>
              <a:gd name="connsiteX46" fmla="*/ 385602 w 2614205"/>
              <a:gd name="connsiteY46" fmla="*/ 2345675 h 3952515"/>
              <a:gd name="connsiteX47" fmla="*/ 329524 w 2614205"/>
              <a:gd name="connsiteY47" fmla="*/ 2401753 h 3952515"/>
              <a:gd name="connsiteX48" fmla="*/ 0 w 2614205"/>
              <a:gd name="connsiteY48" fmla="*/ 2401753 h 3952515"/>
              <a:gd name="connsiteX49" fmla="*/ 0 w 2614205"/>
              <a:gd name="connsiteY49" fmla="*/ 2065291 h 3952515"/>
              <a:gd name="connsiteX50" fmla="*/ 329524 w 2614205"/>
              <a:gd name="connsiteY50" fmla="*/ 2065291 h 3952515"/>
              <a:gd name="connsiteX51" fmla="*/ 369177 w 2614205"/>
              <a:gd name="connsiteY51" fmla="*/ 2081716 h 3952515"/>
              <a:gd name="connsiteX52" fmla="*/ 383890 w 2614205"/>
              <a:gd name="connsiteY52" fmla="*/ 2117236 h 3952515"/>
              <a:gd name="connsiteX53" fmla="*/ 383891 w 2614205"/>
              <a:gd name="connsiteY53" fmla="*/ 1836031 h 3952515"/>
              <a:gd name="connsiteX54" fmla="*/ 369179 w 2614205"/>
              <a:gd name="connsiteY54" fmla="*/ 1871548 h 3952515"/>
              <a:gd name="connsiteX55" fmla="*/ 329526 w 2614205"/>
              <a:gd name="connsiteY55" fmla="*/ 1887973 h 3952515"/>
              <a:gd name="connsiteX56" fmla="*/ 0 w 2614205"/>
              <a:gd name="connsiteY56" fmla="*/ 1887973 h 3952515"/>
              <a:gd name="connsiteX57" fmla="*/ 0 w 2614205"/>
              <a:gd name="connsiteY57" fmla="*/ 1551512 h 3952515"/>
              <a:gd name="connsiteX58" fmla="*/ 329526 w 2614205"/>
              <a:gd name="connsiteY58" fmla="*/ 1551512 h 3952515"/>
              <a:gd name="connsiteX59" fmla="*/ 385604 w 2614205"/>
              <a:gd name="connsiteY59" fmla="*/ 1607589 h 3952515"/>
              <a:gd name="connsiteX60" fmla="*/ 385604 w 2614205"/>
              <a:gd name="connsiteY60" fmla="*/ 1684737 h 3952515"/>
              <a:gd name="connsiteX61" fmla="*/ 395027 w 2614205"/>
              <a:gd name="connsiteY61" fmla="*/ 1638062 h 3952515"/>
              <a:gd name="connsiteX62" fmla="*/ 525600 w 2614205"/>
              <a:gd name="connsiteY62" fmla="*/ 1551512 h 3952515"/>
              <a:gd name="connsiteX63" fmla="*/ 1837752 w 2614205"/>
              <a:gd name="connsiteY63" fmla="*/ 1551512 h 3952515"/>
              <a:gd name="connsiteX64" fmla="*/ 1979462 w 2614205"/>
              <a:gd name="connsiteY64" fmla="*/ 1693222 h 3952515"/>
              <a:gd name="connsiteX65" fmla="*/ 1979462 w 2614205"/>
              <a:gd name="connsiteY65" fmla="*/ 1935690 h 3952515"/>
              <a:gd name="connsiteX66" fmla="*/ 1980301 w 2614205"/>
              <a:gd name="connsiteY66" fmla="*/ 1929624 h 3952515"/>
              <a:gd name="connsiteX67" fmla="*/ 2294001 w 2614205"/>
              <a:gd name="connsiteY67" fmla="*/ 1743378 h 3952515"/>
              <a:gd name="connsiteX68" fmla="*/ 2614205 w 2614205"/>
              <a:gd name="connsiteY68" fmla="*/ 1976634 h 3952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2614205" h="3952515">
                <a:moveTo>
                  <a:pt x="1887984" y="815487"/>
                </a:moveTo>
                <a:lnTo>
                  <a:pt x="1887984" y="1510654"/>
                </a:lnTo>
                <a:cubicBezTo>
                  <a:pt x="1887984" y="1532804"/>
                  <a:pt x="1870027" y="1550761"/>
                  <a:pt x="1847877" y="1550761"/>
                </a:cubicBezTo>
                <a:lnTo>
                  <a:pt x="1687455" y="1550761"/>
                </a:lnTo>
                <a:cubicBezTo>
                  <a:pt x="1665305" y="1550761"/>
                  <a:pt x="1647348" y="1532804"/>
                  <a:pt x="1647348" y="1510654"/>
                </a:cubicBezTo>
                <a:lnTo>
                  <a:pt x="1647348" y="815487"/>
                </a:lnTo>
                <a:cubicBezTo>
                  <a:pt x="1647348" y="804412"/>
                  <a:pt x="1651837" y="794385"/>
                  <a:pt x="1659095" y="787127"/>
                </a:cubicBezTo>
                <a:lnTo>
                  <a:pt x="1687453" y="775381"/>
                </a:lnTo>
                <a:lnTo>
                  <a:pt x="1681791" y="775381"/>
                </a:lnTo>
                <a:cubicBezTo>
                  <a:pt x="1659641" y="775381"/>
                  <a:pt x="1641684" y="757424"/>
                  <a:pt x="1641684" y="735274"/>
                </a:cubicBezTo>
                <a:lnTo>
                  <a:pt x="1641684" y="40107"/>
                </a:lnTo>
                <a:cubicBezTo>
                  <a:pt x="1641684" y="17957"/>
                  <a:pt x="1659641" y="0"/>
                  <a:pt x="1681791" y="0"/>
                </a:cubicBezTo>
                <a:lnTo>
                  <a:pt x="1842213" y="0"/>
                </a:lnTo>
                <a:cubicBezTo>
                  <a:pt x="1864363" y="0"/>
                  <a:pt x="1882320" y="17957"/>
                  <a:pt x="1882320" y="40107"/>
                </a:cubicBezTo>
                <a:lnTo>
                  <a:pt x="1882320" y="735274"/>
                </a:lnTo>
                <a:cubicBezTo>
                  <a:pt x="1882320" y="746349"/>
                  <a:pt x="1877831" y="756376"/>
                  <a:pt x="1870573" y="763634"/>
                </a:cubicBezTo>
                <a:lnTo>
                  <a:pt x="1842215" y="775380"/>
                </a:lnTo>
                <a:lnTo>
                  <a:pt x="1847877" y="775380"/>
                </a:lnTo>
                <a:cubicBezTo>
                  <a:pt x="1870027" y="775380"/>
                  <a:pt x="1887984" y="793337"/>
                  <a:pt x="1887984" y="815487"/>
                </a:cubicBezTo>
                <a:close/>
                <a:moveTo>
                  <a:pt x="2614205" y="1976634"/>
                </a:moveTo>
                <a:cubicBezTo>
                  <a:pt x="2614205" y="2105458"/>
                  <a:pt x="2470845" y="2209890"/>
                  <a:pt x="2294001" y="2209890"/>
                </a:cubicBezTo>
                <a:cubicBezTo>
                  <a:pt x="2139262" y="2209890"/>
                  <a:pt x="2010159" y="2129934"/>
                  <a:pt x="1980301" y="2023643"/>
                </a:cubicBezTo>
                <a:lnTo>
                  <a:pt x="1979462" y="2017577"/>
                </a:lnTo>
                <a:lnTo>
                  <a:pt x="1979462" y="2260044"/>
                </a:lnTo>
                <a:cubicBezTo>
                  <a:pt x="1979462" y="2318742"/>
                  <a:pt x="1943773" y="2369104"/>
                  <a:pt x="1892911" y="2390617"/>
                </a:cubicBezTo>
                <a:lnTo>
                  <a:pt x="1837754" y="2401753"/>
                </a:lnTo>
                <a:lnTo>
                  <a:pt x="1842214" y="2401753"/>
                </a:lnTo>
                <a:cubicBezTo>
                  <a:pt x="1864364" y="2401753"/>
                  <a:pt x="1882321" y="2419710"/>
                  <a:pt x="1882321" y="2441860"/>
                </a:cubicBezTo>
                <a:lnTo>
                  <a:pt x="1882321" y="3137027"/>
                </a:lnTo>
                <a:cubicBezTo>
                  <a:pt x="1882321" y="3159177"/>
                  <a:pt x="1864364" y="3177134"/>
                  <a:pt x="1842214" y="3177134"/>
                </a:cubicBezTo>
                <a:lnTo>
                  <a:pt x="1847878" y="3177134"/>
                </a:lnTo>
                <a:cubicBezTo>
                  <a:pt x="1870028" y="3177134"/>
                  <a:pt x="1887985" y="3195091"/>
                  <a:pt x="1887985" y="3217241"/>
                </a:cubicBezTo>
                <a:lnTo>
                  <a:pt x="1887985" y="3912408"/>
                </a:lnTo>
                <a:cubicBezTo>
                  <a:pt x="1887985" y="3934558"/>
                  <a:pt x="1870028" y="3952515"/>
                  <a:pt x="1847878" y="3952515"/>
                </a:cubicBezTo>
                <a:lnTo>
                  <a:pt x="1687456" y="3952515"/>
                </a:lnTo>
                <a:cubicBezTo>
                  <a:pt x="1665306" y="3952515"/>
                  <a:pt x="1647349" y="3934558"/>
                  <a:pt x="1647349" y="3912408"/>
                </a:cubicBezTo>
                <a:lnTo>
                  <a:pt x="1647349" y="3217241"/>
                </a:lnTo>
                <a:cubicBezTo>
                  <a:pt x="1647349" y="3195091"/>
                  <a:pt x="1665306" y="3177134"/>
                  <a:pt x="1687456" y="3177134"/>
                </a:cubicBezTo>
                <a:lnTo>
                  <a:pt x="1681792" y="3177134"/>
                </a:lnTo>
                <a:cubicBezTo>
                  <a:pt x="1659642" y="3177134"/>
                  <a:pt x="1641685" y="3159177"/>
                  <a:pt x="1641685" y="3137027"/>
                </a:cubicBezTo>
                <a:lnTo>
                  <a:pt x="1641685" y="2441860"/>
                </a:lnTo>
                <a:cubicBezTo>
                  <a:pt x="1641685" y="2430785"/>
                  <a:pt x="1646174" y="2420758"/>
                  <a:pt x="1653432" y="2413500"/>
                </a:cubicBezTo>
                <a:lnTo>
                  <a:pt x="1681791" y="2401754"/>
                </a:lnTo>
                <a:lnTo>
                  <a:pt x="525600" y="2401753"/>
                </a:lnTo>
                <a:cubicBezTo>
                  <a:pt x="466902" y="2401753"/>
                  <a:pt x="416540" y="2366065"/>
                  <a:pt x="395027" y="2315203"/>
                </a:cubicBezTo>
                <a:lnTo>
                  <a:pt x="385602" y="2268523"/>
                </a:lnTo>
                <a:lnTo>
                  <a:pt x="385602" y="2345675"/>
                </a:lnTo>
                <a:cubicBezTo>
                  <a:pt x="385602" y="2376646"/>
                  <a:pt x="360495" y="2401753"/>
                  <a:pt x="329524" y="2401753"/>
                </a:cubicBezTo>
                <a:lnTo>
                  <a:pt x="0" y="2401753"/>
                </a:lnTo>
                <a:lnTo>
                  <a:pt x="0" y="2065291"/>
                </a:lnTo>
                <a:lnTo>
                  <a:pt x="329524" y="2065291"/>
                </a:lnTo>
                <a:cubicBezTo>
                  <a:pt x="345010" y="2065291"/>
                  <a:pt x="359029" y="2071568"/>
                  <a:pt x="369177" y="2081716"/>
                </a:cubicBezTo>
                <a:lnTo>
                  <a:pt x="383890" y="2117236"/>
                </a:lnTo>
                <a:lnTo>
                  <a:pt x="383891" y="1836031"/>
                </a:lnTo>
                <a:lnTo>
                  <a:pt x="369179" y="1871548"/>
                </a:lnTo>
                <a:cubicBezTo>
                  <a:pt x="359031" y="1881697"/>
                  <a:pt x="345011" y="1887973"/>
                  <a:pt x="329526" y="1887973"/>
                </a:cubicBezTo>
                <a:lnTo>
                  <a:pt x="0" y="1887973"/>
                </a:lnTo>
                <a:lnTo>
                  <a:pt x="0" y="1551512"/>
                </a:lnTo>
                <a:lnTo>
                  <a:pt x="329526" y="1551512"/>
                </a:lnTo>
                <a:cubicBezTo>
                  <a:pt x="360497" y="1551512"/>
                  <a:pt x="385604" y="1576618"/>
                  <a:pt x="385604" y="1607589"/>
                </a:cubicBezTo>
                <a:lnTo>
                  <a:pt x="385604" y="1684737"/>
                </a:lnTo>
                <a:lnTo>
                  <a:pt x="395027" y="1638062"/>
                </a:lnTo>
                <a:cubicBezTo>
                  <a:pt x="416539" y="1587200"/>
                  <a:pt x="466902" y="1551512"/>
                  <a:pt x="525600" y="1551512"/>
                </a:cubicBezTo>
                <a:lnTo>
                  <a:pt x="1837752" y="1551512"/>
                </a:lnTo>
                <a:cubicBezTo>
                  <a:pt x="1916016" y="1551512"/>
                  <a:pt x="1979462" y="1614958"/>
                  <a:pt x="1979462" y="1693222"/>
                </a:cubicBezTo>
                <a:lnTo>
                  <a:pt x="1979462" y="1935690"/>
                </a:lnTo>
                <a:lnTo>
                  <a:pt x="1980301" y="1929624"/>
                </a:lnTo>
                <a:cubicBezTo>
                  <a:pt x="2010159" y="1823333"/>
                  <a:pt x="2139262" y="1743378"/>
                  <a:pt x="2294001" y="1743378"/>
                </a:cubicBezTo>
                <a:cubicBezTo>
                  <a:pt x="2470845" y="1743378"/>
                  <a:pt x="2614205" y="1847810"/>
                  <a:pt x="2614205" y="1976634"/>
                </a:cubicBezTo>
                <a:close/>
              </a:path>
            </a:pathLst>
          </a:custGeom>
          <a:solidFill>
            <a:schemeClr val="accent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73310CA-DDBD-4B0E-A025-4DAE489B6A78}"/>
              </a:ext>
            </a:extLst>
          </p:cNvPr>
          <p:cNvSpPr txBox="1"/>
          <p:nvPr/>
        </p:nvSpPr>
        <p:spPr>
          <a:xfrm>
            <a:off x="120316" y="1142615"/>
            <a:ext cx="9242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dirty="0">
                <a:latin typeface="+mn-lt"/>
              </a:rPr>
              <a:t>현재는 연결 성분을 보지 않고 절단하기 때문에 다리가 붙어서 나눠진다</a:t>
            </a:r>
            <a:r>
              <a:rPr lang="en-US" altLang="ko-KR" sz="1800" dirty="0">
                <a:latin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862882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F89706-019C-4C39-BBA6-E8A68DE04E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316" y="139323"/>
            <a:ext cx="9144000" cy="782805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ko-KR" altLang="en-US" sz="3200" b="1" dirty="0"/>
              <a:t>문제점 </a:t>
            </a:r>
            <a:r>
              <a:rPr lang="en-US" altLang="ko-KR" sz="3200" b="1" dirty="0"/>
              <a:t>3. </a:t>
            </a:r>
            <a:r>
              <a:rPr lang="ko-KR" altLang="en-US" sz="3200" b="1" dirty="0"/>
              <a:t>여러 개의 본을 자를 때의 다양한 문제</a:t>
            </a:r>
            <a:endParaRPr lang="en-US" altLang="ko-KR" sz="3200" b="1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0CF8209-C0A6-42F2-B0AB-8B135F6C938C}"/>
              </a:ext>
            </a:extLst>
          </p:cNvPr>
          <p:cNvCxnSpPr/>
          <p:nvPr/>
        </p:nvCxnSpPr>
        <p:spPr>
          <a:xfrm>
            <a:off x="120316" y="962233"/>
            <a:ext cx="1189522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2" name="자유형: 도형 261">
            <a:extLst>
              <a:ext uri="{FF2B5EF4-FFF2-40B4-BE49-F238E27FC236}">
                <a16:creationId xmlns:a16="http://schemas.microsoft.com/office/drawing/2014/main" id="{B26C1114-D5F6-4818-AB50-7E94A6CDF2F6}"/>
              </a:ext>
            </a:extLst>
          </p:cNvPr>
          <p:cNvSpPr/>
          <p:nvPr/>
        </p:nvSpPr>
        <p:spPr>
          <a:xfrm>
            <a:off x="497454" y="2091248"/>
            <a:ext cx="2243535" cy="1770403"/>
          </a:xfrm>
          <a:custGeom>
            <a:avLst/>
            <a:gdLst>
              <a:gd name="connsiteX0" fmla="*/ 797651 w 2243535"/>
              <a:gd name="connsiteY0" fmla="*/ 708281 h 1770403"/>
              <a:gd name="connsiteX1" fmla="*/ 1477955 w 2243535"/>
              <a:gd name="connsiteY1" fmla="*/ 708281 h 1770403"/>
              <a:gd name="connsiteX2" fmla="*/ 1517071 w 2243535"/>
              <a:gd name="connsiteY2" fmla="*/ 747397 h 1770403"/>
              <a:gd name="connsiteX3" fmla="*/ 1517071 w 2243535"/>
              <a:gd name="connsiteY3" fmla="*/ 903856 h 1770403"/>
              <a:gd name="connsiteX4" fmla="*/ 1477955 w 2243535"/>
              <a:gd name="connsiteY4" fmla="*/ 942972 h 1770403"/>
              <a:gd name="connsiteX5" fmla="*/ 797651 w 2243535"/>
              <a:gd name="connsiteY5" fmla="*/ 942972 h 1770403"/>
              <a:gd name="connsiteX6" fmla="*/ 758535 w 2243535"/>
              <a:gd name="connsiteY6" fmla="*/ 903856 h 1770403"/>
              <a:gd name="connsiteX7" fmla="*/ 758535 w 2243535"/>
              <a:gd name="connsiteY7" fmla="*/ 909380 h 1770403"/>
              <a:gd name="connsiteX8" fmla="*/ 719419 w 2243535"/>
              <a:gd name="connsiteY8" fmla="*/ 948496 h 1770403"/>
              <a:gd name="connsiteX9" fmla="*/ 39116 w 2243535"/>
              <a:gd name="connsiteY9" fmla="*/ 948496 h 1770403"/>
              <a:gd name="connsiteX10" fmla="*/ 0 w 2243535"/>
              <a:gd name="connsiteY10" fmla="*/ 909380 h 1770403"/>
              <a:gd name="connsiteX11" fmla="*/ 0 w 2243535"/>
              <a:gd name="connsiteY11" fmla="*/ 752921 h 1770403"/>
              <a:gd name="connsiteX12" fmla="*/ 39116 w 2243535"/>
              <a:gd name="connsiteY12" fmla="*/ 713805 h 1770403"/>
              <a:gd name="connsiteX13" fmla="*/ 719419 w 2243535"/>
              <a:gd name="connsiteY13" fmla="*/ 713805 h 1770403"/>
              <a:gd name="connsiteX14" fmla="*/ 758535 w 2243535"/>
              <a:gd name="connsiteY14" fmla="*/ 752921 h 1770403"/>
              <a:gd name="connsiteX15" fmla="*/ 758535 w 2243535"/>
              <a:gd name="connsiteY15" fmla="*/ 747397 h 1770403"/>
              <a:gd name="connsiteX16" fmla="*/ 797651 w 2243535"/>
              <a:gd name="connsiteY16" fmla="*/ 708281 h 1770403"/>
              <a:gd name="connsiteX17" fmla="*/ 1933691 w 2243535"/>
              <a:gd name="connsiteY17" fmla="*/ 0 h 1770403"/>
              <a:gd name="connsiteX18" fmla="*/ 2161879 w 2243535"/>
              <a:gd name="connsiteY18" fmla="*/ 312294 h 1770403"/>
              <a:gd name="connsiteX19" fmla="*/ 2022512 w 2243535"/>
              <a:gd name="connsiteY19" fmla="*/ 600046 h 1770403"/>
              <a:gd name="connsiteX20" fmla="*/ 1953691 w 2243535"/>
              <a:gd name="connsiteY20" fmla="*/ 619062 h 1770403"/>
              <a:gd name="connsiteX21" fmla="*/ 2210945 w 2243535"/>
              <a:gd name="connsiteY21" fmla="*/ 619062 h 1770403"/>
              <a:gd name="connsiteX22" fmla="*/ 2243535 w 2243535"/>
              <a:gd name="connsiteY22" fmla="*/ 625642 h 1770403"/>
              <a:gd name="connsiteX23" fmla="*/ 1536738 w 2243535"/>
              <a:gd name="connsiteY23" fmla="*/ 1633117 h 1770403"/>
              <a:gd name="connsiteX24" fmla="*/ 1517805 w 2243535"/>
              <a:gd name="connsiteY24" fmla="*/ 1770403 h 1770403"/>
              <a:gd name="connsiteX25" fmla="*/ 1517805 w 2243535"/>
              <a:gd name="connsiteY25" fmla="*/ 757693 h 1770403"/>
              <a:gd name="connsiteX26" fmla="*/ 1656436 w 2243535"/>
              <a:gd name="connsiteY26" fmla="*/ 619062 h 1770403"/>
              <a:gd name="connsiteX27" fmla="*/ 1913691 w 2243535"/>
              <a:gd name="connsiteY27" fmla="*/ 619062 h 1770403"/>
              <a:gd name="connsiteX28" fmla="*/ 1844870 w 2243535"/>
              <a:gd name="connsiteY28" fmla="*/ 600046 h 1770403"/>
              <a:gd name="connsiteX29" fmla="*/ 1705503 w 2243535"/>
              <a:gd name="connsiteY29" fmla="*/ 312294 h 1770403"/>
              <a:gd name="connsiteX30" fmla="*/ 1933691 w 2243535"/>
              <a:gd name="connsiteY30" fmla="*/ 0 h 1770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2243535" h="1770403">
                <a:moveTo>
                  <a:pt x="797651" y="708281"/>
                </a:moveTo>
                <a:lnTo>
                  <a:pt x="1477955" y="708281"/>
                </a:lnTo>
                <a:cubicBezTo>
                  <a:pt x="1499558" y="708281"/>
                  <a:pt x="1517071" y="725794"/>
                  <a:pt x="1517071" y="747397"/>
                </a:cubicBezTo>
                <a:lnTo>
                  <a:pt x="1517071" y="903856"/>
                </a:lnTo>
                <a:cubicBezTo>
                  <a:pt x="1517071" y="925459"/>
                  <a:pt x="1499558" y="942972"/>
                  <a:pt x="1477955" y="942972"/>
                </a:cubicBezTo>
                <a:lnTo>
                  <a:pt x="797651" y="942972"/>
                </a:lnTo>
                <a:cubicBezTo>
                  <a:pt x="776048" y="942972"/>
                  <a:pt x="758535" y="925459"/>
                  <a:pt x="758535" y="903856"/>
                </a:cubicBezTo>
                <a:lnTo>
                  <a:pt x="758535" y="909380"/>
                </a:lnTo>
                <a:cubicBezTo>
                  <a:pt x="758535" y="930983"/>
                  <a:pt x="741022" y="948496"/>
                  <a:pt x="719419" y="948496"/>
                </a:cubicBezTo>
                <a:lnTo>
                  <a:pt x="39116" y="948496"/>
                </a:lnTo>
                <a:cubicBezTo>
                  <a:pt x="17513" y="948496"/>
                  <a:pt x="0" y="930983"/>
                  <a:pt x="0" y="909380"/>
                </a:cubicBezTo>
                <a:lnTo>
                  <a:pt x="0" y="752921"/>
                </a:lnTo>
                <a:cubicBezTo>
                  <a:pt x="0" y="731318"/>
                  <a:pt x="17513" y="713805"/>
                  <a:pt x="39116" y="713805"/>
                </a:cubicBezTo>
                <a:lnTo>
                  <a:pt x="719419" y="713805"/>
                </a:lnTo>
                <a:cubicBezTo>
                  <a:pt x="741022" y="713805"/>
                  <a:pt x="758535" y="731318"/>
                  <a:pt x="758535" y="752921"/>
                </a:cubicBezTo>
                <a:lnTo>
                  <a:pt x="758535" y="747397"/>
                </a:lnTo>
                <a:cubicBezTo>
                  <a:pt x="758535" y="725794"/>
                  <a:pt x="776048" y="708281"/>
                  <a:pt x="797651" y="708281"/>
                </a:cubicBezTo>
                <a:close/>
                <a:moveTo>
                  <a:pt x="1933691" y="0"/>
                </a:moveTo>
                <a:cubicBezTo>
                  <a:pt x="2059716" y="0"/>
                  <a:pt x="2161879" y="139819"/>
                  <a:pt x="2161879" y="312294"/>
                </a:cubicBezTo>
                <a:cubicBezTo>
                  <a:pt x="2161879" y="441650"/>
                  <a:pt x="2104412" y="552637"/>
                  <a:pt x="2022512" y="600046"/>
                </a:cubicBezTo>
                <a:lnTo>
                  <a:pt x="1953691" y="619062"/>
                </a:lnTo>
                <a:lnTo>
                  <a:pt x="2210945" y="619062"/>
                </a:lnTo>
                <a:lnTo>
                  <a:pt x="2243535" y="625642"/>
                </a:lnTo>
                <a:lnTo>
                  <a:pt x="1536738" y="1633117"/>
                </a:lnTo>
                <a:lnTo>
                  <a:pt x="1517805" y="1770403"/>
                </a:lnTo>
                <a:lnTo>
                  <a:pt x="1517805" y="757693"/>
                </a:lnTo>
                <a:cubicBezTo>
                  <a:pt x="1517805" y="681129"/>
                  <a:pt x="1579872" y="619062"/>
                  <a:pt x="1656436" y="619062"/>
                </a:cubicBezTo>
                <a:lnTo>
                  <a:pt x="1913691" y="619062"/>
                </a:lnTo>
                <a:lnTo>
                  <a:pt x="1844870" y="600046"/>
                </a:lnTo>
                <a:cubicBezTo>
                  <a:pt x="1762970" y="552637"/>
                  <a:pt x="1705503" y="441650"/>
                  <a:pt x="1705503" y="312294"/>
                </a:cubicBezTo>
                <a:cubicBezTo>
                  <a:pt x="1705503" y="139819"/>
                  <a:pt x="1807666" y="0"/>
                  <a:pt x="1933691" y="0"/>
                </a:cubicBezTo>
                <a:close/>
              </a:path>
            </a:pathLst>
          </a:custGeom>
          <a:solidFill>
            <a:srgbClr val="00B05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AF4B3154-F79F-443A-8799-872C2245BF3F}"/>
              </a:ext>
            </a:extLst>
          </p:cNvPr>
          <p:cNvCxnSpPr>
            <a:cxnSpLocks/>
          </p:cNvCxnSpPr>
          <p:nvPr/>
        </p:nvCxnSpPr>
        <p:spPr>
          <a:xfrm flipH="1">
            <a:off x="1215394" y="1970075"/>
            <a:ext cx="2118159" cy="3148303"/>
          </a:xfrm>
          <a:prstGeom prst="line">
            <a:avLst/>
          </a:prstGeom>
          <a:ln w="571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직선 연결선 251">
            <a:extLst>
              <a:ext uri="{FF2B5EF4-FFF2-40B4-BE49-F238E27FC236}">
                <a16:creationId xmlns:a16="http://schemas.microsoft.com/office/drawing/2014/main" id="{FBA3C3B7-77A4-4C11-BC8E-2D1012D1A39E}"/>
              </a:ext>
            </a:extLst>
          </p:cNvPr>
          <p:cNvCxnSpPr>
            <a:cxnSpLocks/>
          </p:cNvCxnSpPr>
          <p:nvPr/>
        </p:nvCxnSpPr>
        <p:spPr>
          <a:xfrm flipH="1">
            <a:off x="7613053" y="2212692"/>
            <a:ext cx="2118159" cy="3148303"/>
          </a:xfrm>
          <a:prstGeom prst="line">
            <a:avLst/>
          </a:prstGeom>
          <a:ln w="5715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8F570B88-FA5B-4DE5-A200-B9C5CE925860}"/>
              </a:ext>
            </a:extLst>
          </p:cNvPr>
          <p:cNvGrpSpPr/>
          <p:nvPr/>
        </p:nvGrpSpPr>
        <p:grpSpPr>
          <a:xfrm>
            <a:off x="8735135" y="3829538"/>
            <a:ext cx="831771" cy="2653606"/>
            <a:chOff x="8439095" y="3644967"/>
            <a:chExt cx="831771" cy="2653606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78C22D6E-8B0A-441E-8912-EB4ECA7FD615}"/>
                </a:ext>
              </a:extLst>
            </p:cNvPr>
            <p:cNvGrpSpPr/>
            <p:nvPr/>
          </p:nvGrpSpPr>
          <p:grpSpPr>
            <a:xfrm>
              <a:off x="8569183" y="3719014"/>
              <a:ext cx="611849" cy="2369589"/>
              <a:chOff x="9908855" y="3648075"/>
              <a:chExt cx="750517" cy="2906625"/>
            </a:xfrm>
          </p:grpSpPr>
          <p:cxnSp>
            <p:nvCxnSpPr>
              <p:cNvPr id="235" name="직선 연결선 234">
                <a:extLst>
                  <a:ext uri="{FF2B5EF4-FFF2-40B4-BE49-F238E27FC236}">
                    <a16:creationId xmlns:a16="http://schemas.microsoft.com/office/drawing/2014/main" id="{C4CC72C5-49D1-4F1C-84B2-BA65D589C7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52950" y="4731421"/>
                <a:ext cx="0" cy="892656"/>
              </a:xfrm>
              <a:prstGeom prst="line">
                <a:avLst/>
              </a:prstGeom>
              <a:ln w="762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" name="직선 연결선 235">
                <a:extLst>
                  <a:ext uri="{FF2B5EF4-FFF2-40B4-BE49-F238E27FC236}">
                    <a16:creationId xmlns:a16="http://schemas.microsoft.com/office/drawing/2014/main" id="{E70593D9-AD29-436F-8D48-FD98771C35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52950" y="5754043"/>
                <a:ext cx="0" cy="800657"/>
              </a:xfrm>
              <a:prstGeom prst="line">
                <a:avLst/>
              </a:prstGeom>
              <a:ln w="762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7" name="직선 연결선 236">
                <a:extLst>
                  <a:ext uri="{FF2B5EF4-FFF2-40B4-BE49-F238E27FC236}">
                    <a16:creationId xmlns:a16="http://schemas.microsoft.com/office/drawing/2014/main" id="{7D1A9415-5121-45A4-BF66-1E16D22409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38507" y="4731421"/>
                <a:ext cx="0" cy="892656"/>
              </a:xfrm>
              <a:prstGeom prst="line">
                <a:avLst/>
              </a:prstGeom>
              <a:ln w="762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" name="직선 연결선 237">
                <a:extLst>
                  <a:ext uri="{FF2B5EF4-FFF2-40B4-BE49-F238E27FC236}">
                    <a16:creationId xmlns:a16="http://schemas.microsoft.com/office/drawing/2014/main" id="{598426CC-B245-44B0-95D7-08583AE179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38507" y="5754043"/>
                <a:ext cx="0" cy="800657"/>
              </a:xfrm>
              <a:prstGeom prst="line">
                <a:avLst/>
              </a:prstGeom>
              <a:ln w="762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8" name="타원 247">
                <a:extLst>
                  <a:ext uri="{FF2B5EF4-FFF2-40B4-BE49-F238E27FC236}">
                    <a16:creationId xmlns:a16="http://schemas.microsoft.com/office/drawing/2014/main" id="{4832756C-A45A-4761-9604-126BD8E5741F}"/>
                  </a:ext>
                </a:extLst>
              </p:cNvPr>
              <p:cNvSpPr/>
              <p:nvPr/>
            </p:nvSpPr>
            <p:spPr>
              <a:xfrm>
                <a:off x="9977673" y="4502552"/>
                <a:ext cx="212844" cy="212196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9" name="타원 248">
                <a:extLst>
                  <a:ext uri="{FF2B5EF4-FFF2-40B4-BE49-F238E27FC236}">
                    <a16:creationId xmlns:a16="http://schemas.microsoft.com/office/drawing/2014/main" id="{BD236B3F-4FF9-4788-A298-6F2BFDE4EB7D}"/>
                  </a:ext>
                </a:extLst>
              </p:cNvPr>
              <p:cNvSpPr/>
              <p:nvPr/>
            </p:nvSpPr>
            <p:spPr>
              <a:xfrm>
                <a:off x="10356940" y="4487435"/>
                <a:ext cx="212844" cy="212196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0" name="타원 249">
                <a:extLst>
                  <a:ext uri="{FF2B5EF4-FFF2-40B4-BE49-F238E27FC236}">
                    <a16:creationId xmlns:a16="http://schemas.microsoft.com/office/drawing/2014/main" id="{F5F072E5-A012-4AEA-A97F-59E94A7A9CA9}"/>
                  </a:ext>
                </a:extLst>
              </p:cNvPr>
              <p:cNvSpPr/>
              <p:nvPr/>
            </p:nvSpPr>
            <p:spPr>
              <a:xfrm>
                <a:off x="9908855" y="5580665"/>
                <a:ext cx="212844" cy="212196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1" name="타원 250">
                <a:extLst>
                  <a:ext uri="{FF2B5EF4-FFF2-40B4-BE49-F238E27FC236}">
                    <a16:creationId xmlns:a16="http://schemas.microsoft.com/office/drawing/2014/main" id="{A34DB340-39A0-41B3-AD43-53E7B2A249AD}"/>
                  </a:ext>
                </a:extLst>
              </p:cNvPr>
              <p:cNvSpPr/>
              <p:nvPr/>
            </p:nvSpPr>
            <p:spPr>
              <a:xfrm>
                <a:off x="10446528" y="5563363"/>
                <a:ext cx="212844" cy="212196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53" name="직선 연결선 252">
                <a:extLst>
                  <a:ext uri="{FF2B5EF4-FFF2-40B4-BE49-F238E27FC236}">
                    <a16:creationId xmlns:a16="http://schemas.microsoft.com/office/drawing/2014/main" id="{3A48D075-040E-498D-8C50-6020C33AF0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69159" y="3648075"/>
                <a:ext cx="0" cy="952256"/>
              </a:xfrm>
              <a:prstGeom prst="line">
                <a:avLst/>
              </a:prstGeom>
              <a:ln w="762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4" name="사각형: 둥근 모서리 253">
              <a:extLst>
                <a:ext uri="{FF2B5EF4-FFF2-40B4-BE49-F238E27FC236}">
                  <a16:creationId xmlns:a16="http://schemas.microsoft.com/office/drawing/2014/main" id="{4BF80B04-C114-4CB3-AAB5-DBC116EF743B}"/>
                </a:ext>
              </a:extLst>
            </p:cNvPr>
            <p:cNvSpPr/>
            <p:nvPr/>
          </p:nvSpPr>
          <p:spPr>
            <a:xfrm>
              <a:off x="8439095" y="3644967"/>
              <a:ext cx="831771" cy="2653606"/>
            </a:xfrm>
            <a:prstGeom prst="round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6FE98FEC-26AD-4873-920C-896A35C2E53A}"/>
              </a:ext>
            </a:extLst>
          </p:cNvPr>
          <p:cNvGrpSpPr/>
          <p:nvPr/>
        </p:nvGrpSpPr>
        <p:grpSpPr>
          <a:xfrm>
            <a:off x="9734718" y="2734059"/>
            <a:ext cx="1858241" cy="502465"/>
            <a:chOff x="9438678" y="2549488"/>
            <a:chExt cx="1858241" cy="502465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D18DC9DB-FB77-4AEE-9800-8989EC56B1FA}"/>
                </a:ext>
              </a:extLst>
            </p:cNvPr>
            <p:cNvGrpSpPr/>
            <p:nvPr/>
          </p:nvGrpSpPr>
          <p:grpSpPr>
            <a:xfrm>
              <a:off x="9521905" y="2659479"/>
              <a:ext cx="1546281" cy="281715"/>
              <a:chOff x="9957889" y="2720964"/>
              <a:chExt cx="1546281" cy="281715"/>
            </a:xfrm>
          </p:grpSpPr>
          <p:cxnSp>
            <p:nvCxnSpPr>
              <p:cNvPr id="241" name="직선 연결선 240">
                <a:extLst>
                  <a:ext uri="{FF2B5EF4-FFF2-40B4-BE49-F238E27FC236}">
                    <a16:creationId xmlns:a16="http://schemas.microsoft.com/office/drawing/2014/main" id="{D73769A4-4ED9-4E89-9F97-32786B22F1A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81811" y="2900739"/>
                <a:ext cx="566964" cy="0"/>
              </a:xfrm>
              <a:prstGeom prst="line">
                <a:avLst/>
              </a:prstGeom>
              <a:ln w="762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직선 연결선 241">
                <a:extLst>
                  <a:ext uri="{FF2B5EF4-FFF2-40B4-BE49-F238E27FC236}">
                    <a16:creationId xmlns:a16="http://schemas.microsoft.com/office/drawing/2014/main" id="{A958964A-3B19-49B9-95B1-41D5765AEFB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937206" y="2900739"/>
                <a:ext cx="566964" cy="0"/>
              </a:xfrm>
              <a:prstGeom prst="line">
                <a:avLst/>
              </a:prstGeom>
              <a:ln w="762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4" name="타원 243">
                <a:extLst>
                  <a:ext uri="{FF2B5EF4-FFF2-40B4-BE49-F238E27FC236}">
                    <a16:creationId xmlns:a16="http://schemas.microsoft.com/office/drawing/2014/main" id="{9AB8F3E8-8816-4774-8B33-F4DC0EBBB294}"/>
                  </a:ext>
                </a:extLst>
              </p:cNvPr>
              <p:cNvSpPr/>
              <p:nvPr/>
            </p:nvSpPr>
            <p:spPr>
              <a:xfrm>
                <a:off x="10724362" y="2790483"/>
                <a:ext cx="212844" cy="212196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5" name="타원 244">
                <a:extLst>
                  <a:ext uri="{FF2B5EF4-FFF2-40B4-BE49-F238E27FC236}">
                    <a16:creationId xmlns:a16="http://schemas.microsoft.com/office/drawing/2014/main" id="{B58797D8-70B2-43E4-B7D4-0F942890A09A}"/>
                  </a:ext>
                </a:extLst>
              </p:cNvPr>
              <p:cNvSpPr/>
              <p:nvPr/>
            </p:nvSpPr>
            <p:spPr>
              <a:xfrm>
                <a:off x="9957889" y="2720964"/>
                <a:ext cx="212844" cy="212196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55" name="사각형: 둥근 모서리 254">
              <a:extLst>
                <a:ext uri="{FF2B5EF4-FFF2-40B4-BE49-F238E27FC236}">
                  <a16:creationId xmlns:a16="http://schemas.microsoft.com/office/drawing/2014/main" id="{4FD1258E-2D60-4561-9C1F-296B7CD6A47F}"/>
                </a:ext>
              </a:extLst>
            </p:cNvPr>
            <p:cNvSpPr/>
            <p:nvPr/>
          </p:nvSpPr>
          <p:spPr>
            <a:xfrm>
              <a:off x="9438678" y="2549488"/>
              <a:ext cx="1858241" cy="502465"/>
            </a:xfrm>
            <a:prstGeom prst="roundRect">
              <a:avLst/>
            </a:prstGeom>
            <a:noFill/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18A70643-0B1E-4502-8AD9-5D6D100FAAD1}"/>
              </a:ext>
            </a:extLst>
          </p:cNvPr>
          <p:cNvGrpSpPr/>
          <p:nvPr/>
        </p:nvGrpSpPr>
        <p:grpSpPr>
          <a:xfrm>
            <a:off x="7195531" y="1970075"/>
            <a:ext cx="2068785" cy="1266449"/>
            <a:chOff x="6899491" y="1785504"/>
            <a:chExt cx="2068785" cy="1266449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C02FB66A-AB16-4640-BB83-1D133C470DA8}"/>
                </a:ext>
              </a:extLst>
            </p:cNvPr>
            <p:cNvGrpSpPr/>
            <p:nvPr/>
          </p:nvGrpSpPr>
          <p:grpSpPr>
            <a:xfrm>
              <a:off x="6978757" y="1954401"/>
              <a:ext cx="1923278" cy="942180"/>
              <a:chOff x="7223578" y="2134397"/>
              <a:chExt cx="1923278" cy="942180"/>
            </a:xfrm>
          </p:grpSpPr>
          <p:cxnSp>
            <p:nvCxnSpPr>
              <p:cNvPr id="233" name="직선 연결선 232">
                <a:extLst>
                  <a:ext uri="{FF2B5EF4-FFF2-40B4-BE49-F238E27FC236}">
                    <a16:creationId xmlns:a16="http://schemas.microsoft.com/office/drawing/2014/main" id="{F724D348-A988-4AA0-AE63-F811F97708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40434" y="2134397"/>
                <a:ext cx="0" cy="454256"/>
              </a:xfrm>
              <a:prstGeom prst="line">
                <a:avLst/>
              </a:prstGeom>
              <a:ln w="762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직선 연결선 233">
                <a:extLst>
                  <a:ext uri="{FF2B5EF4-FFF2-40B4-BE49-F238E27FC236}">
                    <a16:creationId xmlns:a16="http://schemas.microsoft.com/office/drawing/2014/main" id="{4A370027-6F17-4B98-B76C-8B33C062656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040434" y="2771330"/>
                <a:ext cx="1638" cy="305247"/>
              </a:xfrm>
              <a:prstGeom prst="line">
                <a:avLst/>
              </a:prstGeom>
              <a:ln w="762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직선 연결선 238">
                <a:extLst>
                  <a:ext uri="{FF2B5EF4-FFF2-40B4-BE49-F238E27FC236}">
                    <a16:creationId xmlns:a16="http://schemas.microsoft.com/office/drawing/2014/main" id="{81AF2281-54FC-45B6-A8AF-4A8EDCCA6B4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962703" y="2909606"/>
                <a:ext cx="566964" cy="0"/>
              </a:xfrm>
              <a:prstGeom prst="line">
                <a:avLst/>
              </a:prstGeom>
              <a:ln w="762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직선 연결선 239">
                <a:extLst>
                  <a:ext uri="{FF2B5EF4-FFF2-40B4-BE49-F238E27FC236}">
                    <a16:creationId xmlns:a16="http://schemas.microsoft.com/office/drawing/2014/main" id="{75837AB1-A81E-4890-9CBB-8872A23B4CA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23578" y="2909606"/>
                <a:ext cx="566964" cy="0"/>
              </a:xfrm>
              <a:prstGeom prst="line">
                <a:avLst/>
              </a:prstGeom>
              <a:ln w="762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3" name="타원 242">
                <a:extLst>
                  <a:ext uri="{FF2B5EF4-FFF2-40B4-BE49-F238E27FC236}">
                    <a16:creationId xmlns:a16="http://schemas.microsoft.com/office/drawing/2014/main" id="{3406BE29-1553-4095-B19C-039C6D693B30}"/>
                  </a:ext>
                </a:extLst>
              </p:cNvPr>
              <p:cNvSpPr/>
              <p:nvPr/>
            </p:nvSpPr>
            <p:spPr>
              <a:xfrm>
                <a:off x="7790542" y="2806999"/>
                <a:ext cx="174933" cy="174400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6" name="타원 245">
                <a:extLst>
                  <a:ext uri="{FF2B5EF4-FFF2-40B4-BE49-F238E27FC236}">
                    <a16:creationId xmlns:a16="http://schemas.microsoft.com/office/drawing/2014/main" id="{E920B655-9FB1-411C-AA96-3A5318362B3E}"/>
                  </a:ext>
                </a:extLst>
              </p:cNvPr>
              <p:cNvSpPr/>
              <p:nvPr/>
            </p:nvSpPr>
            <p:spPr>
              <a:xfrm>
                <a:off x="8601160" y="2729485"/>
                <a:ext cx="212844" cy="212196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7" name="타원 246">
                <a:extLst>
                  <a:ext uri="{FF2B5EF4-FFF2-40B4-BE49-F238E27FC236}">
                    <a16:creationId xmlns:a16="http://schemas.microsoft.com/office/drawing/2014/main" id="{5E7B5511-E790-4CEE-A9AB-1E5BC7B3CB03}"/>
                  </a:ext>
                </a:extLst>
              </p:cNvPr>
              <p:cNvSpPr/>
              <p:nvPr/>
            </p:nvSpPr>
            <p:spPr>
              <a:xfrm>
                <a:off x="8934012" y="2623387"/>
                <a:ext cx="212844" cy="212196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56" name="사각형: 둥근 모서리 255">
              <a:extLst>
                <a:ext uri="{FF2B5EF4-FFF2-40B4-BE49-F238E27FC236}">
                  <a16:creationId xmlns:a16="http://schemas.microsoft.com/office/drawing/2014/main" id="{2EA59D62-F084-4B8A-BD8B-228EA4955C9A}"/>
                </a:ext>
              </a:extLst>
            </p:cNvPr>
            <p:cNvSpPr/>
            <p:nvPr/>
          </p:nvSpPr>
          <p:spPr>
            <a:xfrm>
              <a:off x="6899491" y="1785504"/>
              <a:ext cx="2068785" cy="1266449"/>
            </a:xfrm>
            <a:prstGeom prst="roundRect">
              <a:avLst/>
            </a:prstGeom>
            <a:noFill/>
            <a:ln w="2857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63" name="자유형: 도형 262">
            <a:extLst>
              <a:ext uri="{FF2B5EF4-FFF2-40B4-BE49-F238E27FC236}">
                <a16:creationId xmlns:a16="http://schemas.microsoft.com/office/drawing/2014/main" id="{378399A0-A196-4D68-A3A2-1ED1BBFAE9DC}"/>
              </a:ext>
            </a:extLst>
          </p:cNvPr>
          <p:cNvSpPr/>
          <p:nvPr/>
        </p:nvSpPr>
        <p:spPr>
          <a:xfrm>
            <a:off x="2186186" y="3045969"/>
            <a:ext cx="2358846" cy="3546742"/>
          </a:xfrm>
          <a:custGeom>
            <a:avLst/>
            <a:gdLst>
              <a:gd name="connsiteX0" fmla="*/ 64128 w 2358846"/>
              <a:gd name="connsiteY0" fmla="*/ 2633433 h 3546742"/>
              <a:gd name="connsiteX1" fmla="*/ 283560 w 2358846"/>
              <a:gd name="connsiteY1" fmla="*/ 2633433 h 3546742"/>
              <a:gd name="connsiteX2" fmla="*/ 338420 w 2358846"/>
              <a:gd name="connsiteY2" fmla="*/ 2688293 h 3546742"/>
              <a:gd name="connsiteX3" fmla="*/ 338420 w 2358846"/>
              <a:gd name="connsiteY3" fmla="*/ 3491882 h 3546742"/>
              <a:gd name="connsiteX4" fmla="*/ 283560 w 2358846"/>
              <a:gd name="connsiteY4" fmla="*/ 3546742 h 3546742"/>
              <a:gd name="connsiteX5" fmla="*/ 64128 w 2358846"/>
              <a:gd name="connsiteY5" fmla="*/ 3546742 h 3546742"/>
              <a:gd name="connsiteX6" fmla="*/ 9268 w 2358846"/>
              <a:gd name="connsiteY6" fmla="*/ 3491882 h 3546742"/>
              <a:gd name="connsiteX7" fmla="*/ 9268 w 2358846"/>
              <a:gd name="connsiteY7" fmla="*/ 2688293 h 3546742"/>
              <a:gd name="connsiteX8" fmla="*/ 64128 w 2358846"/>
              <a:gd name="connsiteY8" fmla="*/ 2633433 h 3546742"/>
              <a:gd name="connsiteX9" fmla="*/ 1639426 w 2358846"/>
              <a:gd name="connsiteY9" fmla="*/ 90053 h 3546742"/>
              <a:gd name="connsiteX10" fmla="*/ 2319730 w 2358846"/>
              <a:gd name="connsiteY10" fmla="*/ 90053 h 3546742"/>
              <a:gd name="connsiteX11" fmla="*/ 2358846 w 2358846"/>
              <a:gd name="connsiteY11" fmla="*/ 129169 h 3546742"/>
              <a:gd name="connsiteX12" fmla="*/ 2358846 w 2358846"/>
              <a:gd name="connsiteY12" fmla="*/ 285628 h 3546742"/>
              <a:gd name="connsiteX13" fmla="*/ 2319730 w 2358846"/>
              <a:gd name="connsiteY13" fmla="*/ 324744 h 3546742"/>
              <a:gd name="connsiteX14" fmla="*/ 1639426 w 2358846"/>
              <a:gd name="connsiteY14" fmla="*/ 324744 h 3546742"/>
              <a:gd name="connsiteX15" fmla="*/ 1600310 w 2358846"/>
              <a:gd name="connsiteY15" fmla="*/ 285628 h 3546742"/>
              <a:gd name="connsiteX16" fmla="*/ 1600310 w 2358846"/>
              <a:gd name="connsiteY16" fmla="*/ 291152 h 3546742"/>
              <a:gd name="connsiteX17" fmla="*/ 1561194 w 2358846"/>
              <a:gd name="connsiteY17" fmla="*/ 330268 h 3546742"/>
              <a:gd name="connsiteX18" fmla="*/ 880890 w 2358846"/>
              <a:gd name="connsiteY18" fmla="*/ 330268 h 3546742"/>
              <a:gd name="connsiteX19" fmla="*/ 841774 w 2358846"/>
              <a:gd name="connsiteY19" fmla="*/ 291152 h 3546742"/>
              <a:gd name="connsiteX20" fmla="*/ 841774 w 2358846"/>
              <a:gd name="connsiteY20" fmla="*/ 134693 h 3546742"/>
              <a:gd name="connsiteX21" fmla="*/ 880890 w 2358846"/>
              <a:gd name="connsiteY21" fmla="*/ 95577 h 3546742"/>
              <a:gd name="connsiteX22" fmla="*/ 1561194 w 2358846"/>
              <a:gd name="connsiteY22" fmla="*/ 95577 h 3546742"/>
              <a:gd name="connsiteX23" fmla="*/ 1600310 w 2358846"/>
              <a:gd name="connsiteY23" fmla="*/ 134693 h 3546742"/>
              <a:gd name="connsiteX24" fmla="*/ 1600310 w 2358846"/>
              <a:gd name="connsiteY24" fmla="*/ 129169 h 3546742"/>
              <a:gd name="connsiteX25" fmla="*/ 1639426 w 2358846"/>
              <a:gd name="connsiteY25" fmla="*/ 90053 h 3546742"/>
              <a:gd name="connsiteX26" fmla="*/ 643954 w 2358846"/>
              <a:gd name="connsiteY26" fmla="*/ 0 h 3546742"/>
              <a:gd name="connsiteX27" fmla="*/ 693140 w 2358846"/>
              <a:gd name="connsiteY27" fmla="*/ 0 h 3546742"/>
              <a:gd name="connsiteX28" fmla="*/ 831771 w 2358846"/>
              <a:gd name="connsiteY28" fmla="*/ 138631 h 3546742"/>
              <a:gd name="connsiteX29" fmla="*/ 831771 w 2358846"/>
              <a:gd name="connsiteY29" fmla="*/ 1417521 h 3546742"/>
              <a:gd name="connsiteX30" fmla="*/ 747102 w 2358846"/>
              <a:gd name="connsiteY30" fmla="*/ 1545258 h 3546742"/>
              <a:gd name="connsiteX31" fmla="*/ 697266 w 2358846"/>
              <a:gd name="connsiteY31" fmla="*/ 1555319 h 3546742"/>
              <a:gd name="connsiteX32" fmla="*/ 786912 w 2358846"/>
              <a:gd name="connsiteY32" fmla="*/ 1555319 h 3546742"/>
              <a:gd name="connsiteX33" fmla="*/ 841772 w 2358846"/>
              <a:gd name="connsiteY33" fmla="*/ 1610179 h 3546742"/>
              <a:gd name="connsiteX34" fmla="*/ 841772 w 2358846"/>
              <a:gd name="connsiteY34" fmla="*/ 2578572 h 3546742"/>
              <a:gd name="connsiteX35" fmla="*/ 825704 w 2358846"/>
              <a:gd name="connsiteY35" fmla="*/ 2617364 h 3546742"/>
              <a:gd name="connsiteX36" fmla="*/ 786913 w 2358846"/>
              <a:gd name="connsiteY36" fmla="*/ 2633432 h 3546742"/>
              <a:gd name="connsiteX37" fmla="*/ 825704 w 2358846"/>
              <a:gd name="connsiteY37" fmla="*/ 2649499 h 3546742"/>
              <a:gd name="connsiteX38" fmla="*/ 841772 w 2358846"/>
              <a:gd name="connsiteY38" fmla="*/ 2688291 h 3546742"/>
              <a:gd name="connsiteX39" fmla="*/ 841772 w 2358846"/>
              <a:gd name="connsiteY39" fmla="*/ 3491880 h 3546742"/>
              <a:gd name="connsiteX40" fmla="*/ 786912 w 2358846"/>
              <a:gd name="connsiteY40" fmla="*/ 3546740 h 3546742"/>
              <a:gd name="connsiteX41" fmla="*/ 567480 w 2358846"/>
              <a:gd name="connsiteY41" fmla="*/ 3546740 h 3546742"/>
              <a:gd name="connsiteX42" fmla="*/ 512620 w 2358846"/>
              <a:gd name="connsiteY42" fmla="*/ 3491880 h 3546742"/>
              <a:gd name="connsiteX43" fmla="*/ 512620 w 2358846"/>
              <a:gd name="connsiteY43" fmla="*/ 2688291 h 3546742"/>
              <a:gd name="connsiteX44" fmla="*/ 528688 w 2358846"/>
              <a:gd name="connsiteY44" fmla="*/ 2649499 h 3546742"/>
              <a:gd name="connsiteX45" fmla="*/ 567479 w 2358846"/>
              <a:gd name="connsiteY45" fmla="*/ 2633432 h 3546742"/>
              <a:gd name="connsiteX46" fmla="*/ 528688 w 2358846"/>
              <a:gd name="connsiteY46" fmla="*/ 2617364 h 3546742"/>
              <a:gd name="connsiteX47" fmla="*/ 512620 w 2358846"/>
              <a:gd name="connsiteY47" fmla="*/ 2578572 h 3546742"/>
              <a:gd name="connsiteX48" fmla="*/ 512620 w 2358846"/>
              <a:gd name="connsiteY48" fmla="*/ 1610179 h 3546742"/>
              <a:gd name="connsiteX49" fmla="*/ 546126 w 2358846"/>
              <a:gd name="connsiteY49" fmla="*/ 1559630 h 3546742"/>
              <a:gd name="connsiteX50" fmla="*/ 563354 w 2358846"/>
              <a:gd name="connsiteY50" fmla="*/ 1556152 h 3546742"/>
              <a:gd name="connsiteX51" fmla="*/ 286308 w 2358846"/>
              <a:gd name="connsiteY51" fmla="*/ 1556152 h 3546742"/>
              <a:gd name="connsiteX52" fmla="*/ 323086 w 2358846"/>
              <a:gd name="connsiteY52" fmla="*/ 1571387 h 3546742"/>
              <a:gd name="connsiteX53" fmla="*/ 339154 w 2358846"/>
              <a:gd name="connsiteY53" fmla="*/ 1610178 h 3546742"/>
              <a:gd name="connsiteX54" fmla="*/ 339154 w 2358846"/>
              <a:gd name="connsiteY54" fmla="*/ 2578571 h 3546742"/>
              <a:gd name="connsiteX55" fmla="*/ 284294 w 2358846"/>
              <a:gd name="connsiteY55" fmla="*/ 2633431 h 3546742"/>
              <a:gd name="connsiteX56" fmla="*/ 64862 w 2358846"/>
              <a:gd name="connsiteY56" fmla="*/ 2633431 h 3546742"/>
              <a:gd name="connsiteX57" fmla="*/ 10002 w 2358846"/>
              <a:gd name="connsiteY57" fmla="*/ 2578571 h 3546742"/>
              <a:gd name="connsiteX58" fmla="*/ 10002 w 2358846"/>
              <a:gd name="connsiteY58" fmla="*/ 1610178 h 3546742"/>
              <a:gd name="connsiteX59" fmla="*/ 64862 w 2358846"/>
              <a:gd name="connsiteY59" fmla="*/ 1555318 h 3546742"/>
              <a:gd name="connsiteX60" fmla="*/ 134500 w 2358846"/>
              <a:gd name="connsiteY60" fmla="*/ 1555318 h 3546742"/>
              <a:gd name="connsiteX61" fmla="*/ 84670 w 2358846"/>
              <a:gd name="connsiteY61" fmla="*/ 1545258 h 3546742"/>
              <a:gd name="connsiteX62" fmla="*/ 0 w 2358846"/>
              <a:gd name="connsiteY62" fmla="*/ 1417521 h 3546742"/>
              <a:gd name="connsiteX63" fmla="*/ 0 w 2358846"/>
              <a:gd name="connsiteY63" fmla="*/ 966736 h 3546742"/>
              <a:gd name="connsiteX64" fmla="*/ 10486 w 2358846"/>
              <a:gd name="connsiteY64" fmla="*/ 981976 h 3546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2358846" h="3546742">
                <a:moveTo>
                  <a:pt x="64128" y="2633433"/>
                </a:moveTo>
                <a:lnTo>
                  <a:pt x="283560" y="2633433"/>
                </a:lnTo>
                <a:cubicBezTo>
                  <a:pt x="313858" y="2633433"/>
                  <a:pt x="338420" y="2657995"/>
                  <a:pt x="338420" y="2688293"/>
                </a:cubicBezTo>
                <a:lnTo>
                  <a:pt x="338420" y="3491882"/>
                </a:lnTo>
                <a:cubicBezTo>
                  <a:pt x="338420" y="3522180"/>
                  <a:pt x="313858" y="3546742"/>
                  <a:pt x="283560" y="3546742"/>
                </a:cubicBezTo>
                <a:lnTo>
                  <a:pt x="64128" y="3546742"/>
                </a:lnTo>
                <a:cubicBezTo>
                  <a:pt x="33830" y="3546742"/>
                  <a:pt x="9268" y="3522180"/>
                  <a:pt x="9268" y="3491882"/>
                </a:cubicBezTo>
                <a:lnTo>
                  <a:pt x="9268" y="2688293"/>
                </a:lnTo>
                <a:cubicBezTo>
                  <a:pt x="9268" y="2657995"/>
                  <a:pt x="33830" y="2633433"/>
                  <a:pt x="64128" y="2633433"/>
                </a:cubicBezTo>
                <a:close/>
                <a:moveTo>
                  <a:pt x="1639426" y="90053"/>
                </a:moveTo>
                <a:lnTo>
                  <a:pt x="2319730" y="90053"/>
                </a:lnTo>
                <a:cubicBezTo>
                  <a:pt x="2341333" y="90053"/>
                  <a:pt x="2358846" y="107566"/>
                  <a:pt x="2358846" y="129169"/>
                </a:cubicBezTo>
                <a:lnTo>
                  <a:pt x="2358846" y="285628"/>
                </a:lnTo>
                <a:cubicBezTo>
                  <a:pt x="2358846" y="307231"/>
                  <a:pt x="2341333" y="324744"/>
                  <a:pt x="2319730" y="324744"/>
                </a:cubicBezTo>
                <a:lnTo>
                  <a:pt x="1639426" y="324744"/>
                </a:lnTo>
                <a:cubicBezTo>
                  <a:pt x="1617823" y="324744"/>
                  <a:pt x="1600310" y="307231"/>
                  <a:pt x="1600310" y="285628"/>
                </a:cubicBezTo>
                <a:lnTo>
                  <a:pt x="1600310" y="291152"/>
                </a:lnTo>
                <a:cubicBezTo>
                  <a:pt x="1600310" y="312755"/>
                  <a:pt x="1582797" y="330268"/>
                  <a:pt x="1561194" y="330268"/>
                </a:cubicBezTo>
                <a:lnTo>
                  <a:pt x="880890" y="330268"/>
                </a:lnTo>
                <a:cubicBezTo>
                  <a:pt x="859287" y="330268"/>
                  <a:pt x="841774" y="312755"/>
                  <a:pt x="841774" y="291152"/>
                </a:cubicBezTo>
                <a:lnTo>
                  <a:pt x="841774" y="134693"/>
                </a:lnTo>
                <a:cubicBezTo>
                  <a:pt x="841774" y="113090"/>
                  <a:pt x="859287" y="95577"/>
                  <a:pt x="880890" y="95577"/>
                </a:cubicBezTo>
                <a:lnTo>
                  <a:pt x="1561194" y="95577"/>
                </a:lnTo>
                <a:cubicBezTo>
                  <a:pt x="1582797" y="95577"/>
                  <a:pt x="1600310" y="113090"/>
                  <a:pt x="1600310" y="134693"/>
                </a:cubicBezTo>
                <a:lnTo>
                  <a:pt x="1600310" y="129169"/>
                </a:lnTo>
                <a:cubicBezTo>
                  <a:pt x="1600310" y="107566"/>
                  <a:pt x="1617823" y="90053"/>
                  <a:pt x="1639426" y="90053"/>
                </a:cubicBezTo>
                <a:close/>
                <a:moveTo>
                  <a:pt x="643954" y="0"/>
                </a:moveTo>
                <a:lnTo>
                  <a:pt x="693140" y="0"/>
                </a:lnTo>
                <a:cubicBezTo>
                  <a:pt x="769704" y="0"/>
                  <a:pt x="831771" y="62067"/>
                  <a:pt x="831771" y="138631"/>
                </a:cubicBezTo>
                <a:lnTo>
                  <a:pt x="831771" y="1417521"/>
                </a:lnTo>
                <a:cubicBezTo>
                  <a:pt x="831771" y="1474944"/>
                  <a:pt x="796858" y="1524213"/>
                  <a:pt x="747102" y="1545258"/>
                </a:cubicBezTo>
                <a:lnTo>
                  <a:pt x="697266" y="1555319"/>
                </a:lnTo>
                <a:lnTo>
                  <a:pt x="786912" y="1555319"/>
                </a:lnTo>
                <a:cubicBezTo>
                  <a:pt x="817210" y="1555319"/>
                  <a:pt x="841772" y="1579881"/>
                  <a:pt x="841772" y="1610179"/>
                </a:cubicBezTo>
                <a:lnTo>
                  <a:pt x="841772" y="2578572"/>
                </a:lnTo>
                <a:cubicBezTo>
                  <a:pt x="841772" y="2593721"/>
                  <a:pt x="835632" y="2607436"/>
                  <a:pt x="825704" y="2617364"/>
                </a:cubicBezTo>
                <a:lnTo>
                  <a:pt x="786913" y="2633432"/>
                </a:lnTo>
                <a:lnTo>
                  <a:pt x="825704" y="2649499"/>
                </a:lnTo>
                <a:cubicBezTo>
                  <a:pt x="835632" y="2659427"/>
                  <a:pt x="841772" y="2673142"/>
                  <a:pt x="841772" y="2688291"/>
                </a:cubicBezTo>
                <a:lnTo>
                  <a:pt x="841772" y="3491880"/>
                </a:lnTo>
                <a:cubicBezTo>
                  <a:pt x="841772" y="3522178"/>
                  <a:pt x="817210" y="3546740"/>
                  <a:pt x="786912" y="3546740"/>
                </a:cubicBezTo>
                <a:lnTo>
                  <a:pt x="567480" y="3546740"/>
                </a:lnTo>
                <a:cubicBezTo>
                  <a:pt x="537182" y="3546740"/>
                  <a:pt x="512620" y="3522178"/>
                  <a:pt x="512620" y="3491880"/>
                </a:cubicBezTo>
                <a:lnTo>
                  <a:pt x="512620" y="2688291"/>
                </a:lnTo>
                <a:cubicBezTo>
                  <a:pt x="512620" y="2673142"/>
                  <a:pt x="518761" y="2659427"/>
                  <a:pt x="528688" y="2649499"/>
                </a:cubicBezTo>
                <a:lnTo>
                  <a:pt x="567479" y="2633432"/>
                </a:lnTo>
                <a:lnTo>
                  <a:pt x="528688" y="2617364"/>
                </a:lnTo>
                <a:cubicBezTo>
                  <a:pt x="518761" y="2607436"/>
                  <a:pt x="512620" y="2593721"/>
                  <a:pt x="512620" y="2578572"/>
                </a:cubicBezTo>
                <a:lnTo>
                  <a:pt x="512620" y="1610179"/>
                </a:lnTo>
                <a:cubicBezTo>
                  <a:pt x="512620" y="1587456"/>
                  <a:pt x="526436" y="1567959"/>
                  <a:pt x="546126" y="1559630"/>
                </a:cubicBezTo>
                <a:lnTo>
                  <a:pt x="563354" y="1556152"/>
                </a:lnTo>
                <a:lnTo>
                  <a:pt x="286308" y="1556152"/>
                </a:lnTo>
                <a:lnTo>
                  <a:pt x="323086" y="1571387"/>
                </a:lnTo>
                <a:cubicBezTo>
                  <a:pt x="333014" y="1581314"/>
                  <a:pt x="339154" y="1595029"/>
                  <a:pt x="339154" y="1610178"/>
                </a:cubicBezTo>
                <a:lnTo>
                  <a:pt x="339154" y="2578571"/>
                </a:lnTo>
                <a:cubicBezTo>
                  <a:pt x="339154" y="2608869"/>
                  <a:pt x="314592" y="2633431"/>
                  <a:pt x="284294" y="2633431"/>
                </a:cubicBezTo>
                <a:lnTo>
                  <a:pt x="64862" y="2633431"/>
                </a:lnTo>
                <a:cubicBezTo>
                  <a:pt x="34564" y="2633431"/>
                  <a:pt x="10002" y="2608869"/>
                  <a:pt x="10002" y="2578571"/>
                </a:cubicBezTo>
                <a:lnTo>
                  <a:pt x="10002" y="1610178"/>
                </a:lnTo>
                <a:cubicBezTo>
                  <a:pt x="10002" y="1579880"/>
                  <a:pt x="34564" y="1555318"/>
                  <a:pt x="64862" y="1555318"/>
                </a:cubicBezTo>
                <a:lnTo>
                  <a:pt x="134500" y="1555318"/>
                </a:lnTo>
                <a:lnTo>
                  <a:pt x="84670" y="1545258"/>
                </a:lnTo>
                <a:cubicBezTo>
                  <a:pt x="34913" y="1524213"/>
                  <a:pt x="0" y="1474944"/>
                  <a:pt x="0" y="1417521"/>
                </a:cubicBezTo>
                <a:lnTo>
                  <a:pt x="0" y="966736"/>
                </a:lnTo>
                <a:lnTo>
                  <a:pt x="10486" y="981976"/>
                </a:lnTo>
                <a:close/>
              </a:path>
            </a:pathLst>
          </a:custGeom>
          <a:solidFill>
            <a:srgbClr val="0070C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DC0FCA1B-8F01-4C14-9662-B43C9598AA17}"/>
              </a:ext>
            </a:extLst>
          </p:cNvPr>
          <p:cNvSpPr txBox="1"/>
          <p:nvPr/>
        </p:nvSpPr>
        <p:spPr>
          <a:xfrm>
            <a:off x="120316" y="1142615"/>
            <a:ext cx="9242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dirty="0">
                <a:latin typeface="+mn-lt"/>
              </a:rPr>
              <a:t>본과 메시의 개수가 동일하지 않은 문제</a:t>
            </a:r>
            <a:endParaRPr lang="en-US" altLang="ko-KR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055652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F89706-019C-4C39-BBA6-E8A68DE04E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316" y="139323"/>
            <a:ext cx="9144000" cy="782805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ko-KR" altLang="en-US" sz="3200" b="1" dirty="0"/>
              <a:t>다음 할 일</a:t>
            </a:r>
            <a:endParaRPr lang="en-US" altLang="ko-KR" sz="3200" b="1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0CF8209-C0A6-42F2-B0AB-8B135F6C938C}"/>
              </a:ext>
            </a:extLst>
          </p:cNvPr>
          <p:cNvCxnSpPr/>
          <p:nvPr/>
        </p:nvCxnSpPr>
        <p:spPr>
          <a:xfrm>
            <a:off x="120316" y="962233"/>
            <a:ext cx="1189522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451F11E-B35F-47CA-ADE5-87D074C6E9E0}"/>
              </a:ext>
            </a:extLst>
          </p:cNvPr>
          <p:cNvSpPr txBox="1"/>
          <p:nvPr/>
        </p:nvSpPr>
        <p:spPr>
          <a:xfrm>
            <a:off x="256004" y="1304090"/>
            <a:ext cx="72877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현재 </a:t>
            </a:r>
            <a:r>
              <a:rPr lang="ko-KR" altLang="en-US" dirty="0" err="1"/>
              <a:t>스켈레톤의</a:t>
            </a:r>
            <a:r>
              <a:rPr lang="ko-KR" altLang="en-US" dirty="0"/>
              <a:t> 본을 분리하는 기능까지 구현 완료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복사된 패치를 붙이고</a:t>
            </a:r>
            <a:r>
              <a:rPr lang="en-US" altLang="ko-KR" dirty="0"/>
              <a:t>, </a:t>
            </a:r>
            <a:r>
              <a:rPr lang="ko-KR" altLang="en-US" dirty="0"/>
              <a:t>앞에서 언급한 문제들을 </a:t>
            </a:r>
            <a:r>
              <a:rPr lang="en-US" altLang="ko-KR" dirty="0"/>
              <a:t>4</a:t>
            </a:r>
            <a:r>
              <a:rPr lang="ko-KR" altLang="en-US" dirty="0"/>
              <a:t>주차에 해결할 예정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8746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552</TotalTime>
  <Words>399</Words>
  <Application>Microsoft Office PowerPoint</Application>
  <PresentationFormat>와이드스크린</PresentationFormat>
  <Paragraphs>111</Paragraphs>
  <Slides>21</Slides>
  <Notes>0</Notes>
  <HiddenSlides>0</HiddenSlides>
  <MMClips>2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4" baseType="lpstr">
      <vt:lpstr>맑은 고딕</vt:lpstr>
      <vt:lpstr>Arial</vt:lpstr>
      <vt:lpstr>Office 테마</vt:lpstr>
      <vt:lpstr>스켈레탈 메시 절단 시스템</vt:lpstr>
      <vt:lpstr>목차</vt:lpstr>
      <vt:lpstr>Procedural Mesh</vt:lpstr>
      <vt:lpstr>Procedural Mesh</vt:lpstr>
      <vt:lpstr>절단 알고리즘 병렬화</vt:lpstr>
      <vt:lpstr>절단 알고리즘 병렬화</vt:lpstr>
      <vt:lpstr>절단 알고리즘 병렬화</vt:lpstr>
      <vt:lpstr>절단 알고리즘 병렬화</vt:lpstr>
      <vt:lpstr>절단 알고리즘 병렬화</vt:lpstr>
      <vt:lpstr>절단 알고리즘 병렬화</vt:lpstr>
      <vt:lpstr>Jolt 물리 엔진 적용</vt:lpstr>
      <vt:lpstr>결과</vt:lpstr>
      <vt:lpstr>스켈레탈 메시 절단 과정</vt:lpstr>
      <vt:lpstr>스켈레탈 메시 절단 과정</vt:lpstr>
      <vt:lpstr>스켈레탈 메시 절단 과정</vt:lpstr>
      <vt:lpstr>스켈레탈 메시 절단 과정</vt:lpstr>
      <vt:lpstr>스켈레탈 메시 절단 과정</vt:lpstr>
      <vt:lpstr>문제점 1. patch의 애니메이션 문제</vt:lpstr>
      <vt:lpstr>문제점 2. 메시 아일랜드 문제</vt:lpstr>
      <vt:lpstr>문제점 3. 여러 개의 본을 자를 때의 다양한 문제</vt:lpstr>
      <vt:lpstr>다음 할 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ㅇ</dc:title>
  <dc:creator>박은수</dc:creator>
  <cp:lastModifiedBy>박은수</cp:lastModifiedBy>
  <cp:revision>204</cp:revision>
  <dcterms:created xsi:type="dcterms:W3CDTF">2026-10-23T00:55:12Z</dcterms:created>
  <dcterms:modified xsi:type="dcterms:W3CDTF">2026-10-30T00:59:58Z</dcterms:modified>
</cp:coreProperties>
</file>